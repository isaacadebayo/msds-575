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1" r:id="rId2"/>
    <p:sldId id="257" r:id="rId3"/>
    <p:sldId id="258" r:id="rId4"/>
    <p:sldId id="259" r:id="rId5"/>
    <p:sldId id="260" r:id="rId6"/>
    <p:sldId id="262"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63"/>
    <p:restoredTop sz="94682"/>
  </p:normalViewPr>
  <p:slideViewPr>
    <p:cSldViewPr snapToGrid="0">
      <p:cViewPr varScale="1">
        <p:scale>
          <a:sx n="113" d="100"/>
          <a:sy n="113" d="100"/>
        </p:scale>
        <p:origin x="184" y="3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ata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4" Type="http://schemas.openxmlformats.org/officeDocument/2006/relationships/image" Target="../media/image4.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20.sv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diagrams/_rels/drawing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svg"/><Relationship Id="rId1" Type="http://schemas.openxmlformats.org/officeDocument/2006/relationships/image" Target="../media/image25.png"/><Relationship Id="rId4" Type="http://schemas.openxmlformats.org/officeDocument/2006/relationships/image" Target="../media/image28.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60E4A9-7485-44F7-8CB9-1EEDCF5E61CD}"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91905A8-300A-4E54-96F2-E4582A7BB38E}">
      <dgm:prSet/>
      <dgm:spPr/>
      <dgm:t>
        <a:bodyPr/>
        <a:lstStyle/>
        <a:p>
          <a:pPr>
            <a:lnSpc>
              <a:spcPct val="100000"/>
            </a:lnSpc>
          </a:pPr>
          <a:r>
            <a:rPr lang="en-US" b="1" dirty="0"/>
            <a:t>Name: Isaac Adebayo </a:t>
          </a:r>
          <a:endParaRPr lang="en-US" dirty="0"/>
        </a:p>
      </dgm:t>
    </dgm:pt>
    <dgm:pt modelId="{2CFCFD03-ABAF-4D1D-A428-F59A4D89729A}" type="parTrans" cxnId="{E7AD59E0-268A-44E8-B618-EA21A16E0224}">
      <dgm:prSet/>
      <dgm:spPr/>
      <dgm:t>
        <a:bodyPr/>
        <a:lstStyle/>
        <a:p>
          <a:endParaRPr lang="en-US"/>
        </a:p>
      </dgm:t>
    </dgm:pt>
    <dgm:pt modelId="{1303BA03-E4D7-4261-8934-E11E21DD04C3}" type="sibTrans" cxnId="{E7AD59E0-268A-44E8-B618-EA21A16E0224}">
      <dgm:prSet/>
      <dgm:spPr/>
      <dgm:t>
        <a:bodyPr/>
        <a:lstStyle/>
        <a:p>
          <a:pPr>
            <a:lnSpc>
              <a:spcPct val="100000"/>
            </a:lnSpc>
          </a:pPr>
          <a:endParaRPr lang="en-US"/>
        </a:p>
      </dgm:t>
    </dgm:pt>
    <dgm:pt modelId="{D6B924D6-7823-4552-BB88-4A9CEB7C94EA}">
      <dgm:prSet/>
      <dgm:spPr/>
      <dgm:t>
        <a:bodyPr/>
        <a:lstStyle/>
        <a:p>
          <a:pPr>
            <a:lnSpc>
              <a:spcPct val="100000"/>
            </a:lnSpc>
          </a:pPr>
          <a:r>
            <a:rPr lang="en-US" dirty="0"/>
            <a:t>Date: February 5</a:t>
          </a:r>
          <a:r>
            <a:rPr lang="en-US" baseline="30000" dirty="0"/>
            <a:t>th</a:t>
          </a:r>
          <a:r>
            <a:rPr lang="en-US" dirty="0"/>
            <a:t>, 2026</a:t>
          </a:r>
        </a:p>
      </dgm:t>
    </dgm:pt>
    <dgm:pt modelId="{609BA575-ED22-4F29-9A94-8B77D3B94363}" type="parTrans" cxnId="{8D0F07C6-71A7-418A-8DBA-E19A0D865235}">
      <dgm:prSet/>
      <dgm:spPr/>
      <dgm:t>
        <a:bodyPr/>
        <a:lstStyle/>
        <a:p>
          <a:endParaRPr lang="en-US"/>
        </a:p>
      </dgm:t>
    </dgm:pt>
    <dgm:pt modelId="{F863349A-02E9-40E1-8B7D-4FB779237DF9}" type="sibTrans" cxnId="{8D0F07C6-71A7-418A-8DBA-E19A0D865235}">
      <dgm:prSet/>
      <dgm:spPr/>
      <dgm:t>
        <a:bodyPr/>
        <a:lstStyle/>
        <a:p>
          <a:endParaRPr lang="en-US"/>
        </a:p>
      </dgm:t>
    </dgm:pt>
    <dgm:pt modelId="{4DFDFB54-36C0-44D3-AAFA-8DD764F79AC3}" type="pres">
      <dgm:prSet presAssocID="{3860E4A9-7485-44F7-8CB9-1EEDCF5E61CD}" presName="root" presStyleCnt="0">
        <dgm:presLayoutVars>
          <dgm:dir/>
          <dgm:resizeHandles val="exact"/>
        </dgm:presLayoutVars>
      </dgm:prSet>
      <dgm:spPr/>
    </dgm:pt>
    <dgm:pt modelId="{253D43FA-562C-48DE-B6ED-3281F7C2BEBF}" type="pres">
      <dgm:prSet presAssocID="{691905A8-300A-4E54-96F2-E4582A7BB38E}" presName="compNode" presStyleCnt="0"/>
      <dgm:spPr/>
    </dgm:pt>
    <dgm:pt modelId="{DD9AAD27-495C-4D4C-942E-4E7E5E02E2A3}" type="pres">
      <dgm:prSet presAssocID="{691905A8-300A-4E54-96F2-E4582A7BB38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encil"/>
        </a:ext>
      </dgm:extLst>
    </dgm:pt>
    <dgm:pt modelId="{D14839A9-23C3-4FED-A160-FB48E9B2C774}" type="pres">
      <dgm:prSet presAssocID="{691905A8-300A-4E54-96F2-E4582A7BB38E}" presName="spaceRect" presStyleCnt="0"/>
      <dgm:spPr/>
    </dgm:pt>
    <dgm:pt modelId="{590C18C8-F202-42C8-AC9F-FBCCF5613050}" type="pres">
      <dgm:prSet presAssocID="{691905A8-300A-4E54-96F2-E4582A7BB38E}" presName="textRect" presStyleLbl="revTx" presStyleIdx="0" presStyleCnt="2">
        <dgm:presLayoutVars>
          <dgm:chMax val="1"/>
          <dgm:chPref val="1"/>
        </dgm:presLayoutVars>
      </dgm:prSet>
      <dgm:spPr/>
    </dgm:pt>
    <dgm:pt modelId="{5F8B2642-52C3-49A9-B944-3F22B3599135}" type="pres">
      <dgm:prSet presAssocID="{1303BA03-E4D7-4261-8934-E11E21DD04C3}" presName="sibTrans" presStyleCnt="0"/>
      <dgm:spPr/>
    </dgm:pt>
    <dgm:pt modelId="{EA42B507-5477-4DF1-8903-121E38B815EB}" type="pres">
      <dgm:prSet presAssocID="{D6B924D6-7823-4552-BB88-4A9CEB7C94EA}" presName="compNode" presStyleCnt="0"/>
      <dgm:spPr/>
    </dgm:pt>
    <dgm:pt modelId="{200E8D6E-7DA6-4AA4-8B72-719E03533CFE}" type="pres">
      <dgm:prSet presAssocID="{D6B924D6-7823-4552-BB88-4A9CEB7C94E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ily Calendar"/>
        </a:ext>
      </dgm:extLst>
    </dgm:pt>
    <dgm:pt modelId="{766CF61F-E992-4F8C-9678-A51FEEAC55F5}" type="pres">
      <dgm:prSet presAssocID="{D6B924D6-7823-4552-BB88-4A9CEB7C94EA}" presName="spaceRect" presStyleCnt="0"/>
      <dgm:spPr/>
    </dgm:pt>
    <dgm:pt modelId="{D659F8E4-64F6-48F1-8620-A7E2E4DD9B75}" type="pres">
      <dgm:prSet presAssocID="{D6B924D6-7823-4552-BB88-4A9CEB7C94EA}" presName="textRect" presStyleLbl="revTx" presStyleIdx="1" presStyleCnt="2">
        <dgm:presLayoutVars>
          <dgm:chMax val="1"/>
          <dgm:chPref val="1"/>
        </dgm:presLayoutVars>
      </dgm:prSet>
      <dgm:spPr/>
    </dgm:pt>
  </dgm:ptLst>
  <dgm:cxnLst>
    <dgm:cxn modelId="{8D0F07C6-71A7-418A-8DBA-E19A0D865235}" srcId="{3860E4A9-7485-44F7-8CB9-1EEDCF5E61CD}" destId="{D6B924D6-7823-4552-BB88-4A9CEB7C94EA}" srcOrd="1" destOrd="0" parTransId="{609BA575-ED22-4F29-9A94-8B77D3B94363}" sibTransId="{F863349A-02E9-40E1-8B7D-4FB779237DF9}"/>
    <dgm:cxn modelId="{2F16C1D0-19F2-3A4C-81C0-7231D2165DA6}" type="presOf" srcId="{691905A8-300A-4E54-96F2-E4582A7BB38E}" destId="{590C18C8-F202-42C8-AC9F-FBCCF5613050}" srcOrd="0" destOrd="0" presId="urn:microsoft.com/office/officeart/2018/2/layout/IconLabelList"/>
    <dgm:cxn modelId="{F03E5CDA-D23D-DE4C-9D6A-9AF6350D932D}" type="presOf" srcId="{3860E4A9-7485-44F7-8CB9-1EEDCF5E61CD}" destId="{4DFDFB54-36C0-44D3-AAFA-8DD764F79AC3}" srcOrd="0" destOrd="0" presId="urn:microsoft.com/office/officeart/2018/2/layout/IconLabelList"/>
    <dgm:cxn modelId="{E7AD59E0-268A-44E8-B618-EA21A16E0224}" srcId="{3860E4A9-7485-44F7-8CB9-1EEDCF5E61CD}" destId="{691905A8-300A-4E54-96F2-E4582A7BB38E}" srcOrd="0" destOrd="0" parTransId="{2CFCFD03-ABAF-4D1D-A428-F59A4D89729A}" sibTransId="{1303BA03-E4D7-4261-8934-E11E21DD04C3}"/>
    <dgm:cxn modelId="{AB6331F4-9B3D-F349-A925-DB10CBD8C3D2}" type="presOf" srcId="{D6B924D6-7823-4552-BB88-4A9CEB7C94EA}" destId="{D659F8E4-64F6-48F1-8620-A7E2E4DD9B75}" srcOrd="0" destOrd="0" presId="urn:microsoft.com/office/officeart/2018/2/layout/IconLabelList"/>
    <dgm:cxn modelId="{E2C16020-3284-FA47-9273-2490B16C74E6}" type="presParOf" srcId="{4DFDFB54-36C0-44D3-AAFA-8DD764F79AC3}" destId="{253D43FA-562C-48DE-B6ED-3281F7C2BEBF}" srcOrd="0" destOrd="0" presId="urn:microsoft.com/office/officeart/2018/2/layout/IconLabelList"/>
    <dgm:cxn modelId="{905B9D10-B9B7-424A-92D2-94FA925789CF}" type="presParOf" srcId="{253D43FA-562C-48DE-B6ED-3281F7C2BEBF}" destId="{DD9AAD27-495C-4D4C-942E-4E7E5E02E2A3}" srcOrd="0" destOrd="0" presId="urn:microsoft.com/office/officeart/2018/2/layout/IconLabelList"/>
    <dgm:cxn modelId="{8A04470C-C5E8-1B40-A293-4B7C482158C3}" type="presParOf" srcId="{253D43FA-562C-48DE-B6ED-3281F7C2BEBF}" destId="{D14839A9-23C3-4FED-A160-FB48E9B2C774}" srcOrd="1" destOrd="0" presId="urn:microsoft.com/office/officeart/2018/2/layout/IconLabelList"/>
    <dgm:cxn modelId="{2B37E7AB-74CF-BA47-B430-1C3B340ADA1F}" type="presParOf" srcId="{253D43FA-562C-48DE-B6ED-3281F7C2BEBF}" destId="{590C18C8-F202-42C8-AC9F-FBCCF5613050}" srcOrd="2" destOrd="0" presId="urn:microsoft.com/office/officeart/2018/2/layout/IconLabelList"/>
    <dgm:cxn modelId="{DC2DE216-4D2E-6442-9370-B758583E9354}" type="presParOf" srcId="{4DFDFB54-36C0-44D3-AAFA-8DD764F79AC3}" destId="{5F8B2642-52C3-49A9-B944-3F22B3599135}" srcOrd="1" destOrd="0" presId="urn:microsoft.com/office/officeart/2018/2/layout/IconLabelList"/>
    <dgm:cxn modelId="{F263EC2D-4E80-F44E-83D9-FED13C8F27FA}" type="presParOf" srcId="{4DFDFB54-36C0-44D3-AAFA-8DD764F79AC3}" destId="{EA42B507-5477-4DF1-8903-121E38B815EB}" srcOrd="2" destOrd="0" presId="urn:microsoft.com/office/officeart/2018/2/layout/IconLabelList"/>
    <dgm:cxn modelId="{8808474C-325C-CE44-BB40-BFD47F916221}" type="presParOf" srcId="{EA42B507-5477-4DF1-8903-121E38B815EB}" destId="{200E8D6E-7DA6-4AA4-8B72-719E03533CFE}" srcOrd="0" destOrd="0" presId="urn:microsoft.com/office/officeart/2018/2/layout/IconLabelList"/>
    <dgm:cxn modelId="{9D1E38FC-DB30-F444-9F12-248A0C3B33E5}" type="presParOf" srcId="{EA42B507-5477-4DF1-8903-121E38B815EB}" destId="{766CF61F-E992-4F8C-9678-A51FEEAC55F5}" srcOrd="1" destOrd="0" presId="urn:microsoft.com/office/officeart/2018/2/layout/IconLabelList"/>
    <dgm:cxn modelId="{31465CCB-9A6F-7F4B-9C93-A2F604DAD293}" type="presParOf" srcId="{EA42B507-5477-4DF1-8903-121E38B815EB}" destId="{D659F8E4-64F6-48F1-8620-A7E2E4DD9B7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049774-E236-48E6-8A46-69FD35F27DAE}"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9D5381B-788B-4A04-8C9C-52FDF2D39DA9}">
      <dgm:prSet/>
      <dgm:spPr/>
      <dgm:t>
        <a:bodyPr/>
        <a:lstStyle/>
        <a:p>
          <a:pPr>
            <a:lnSpc>
              <a:spcPct val="100000"/>
            </a:lnSpc>
            <a:defRPr b="1"/>
          </a:pPr>
          <a:r>
            <a:rPr lang="en-US"/>
            <a:t>Ethics (philosophical or moral view)</a:t>
          </a:r>
        </a:p>
      </dgm:t>
    </dgm:pt>
    <dgm:pt modelId="{CC674BFE-56D0-4CDB-ABC3-0C11F966F2E0}" type="parTrans" cxnId="{65892B5B-8E6E-4162-88D0-053C624A2D6E}">
      <dgm:prSet/>
      <dgm:spPr/>
      <dgm:t>
        <a:bodyPr/>
        <a:lstStyle/>
        <a:p>
          <a:endParaRPr lang="en-US"/>
        </a:p>
      </dgm:t>
    </dgm:pt>
    <dgm:pt modelId="{070D57C8-86E3-42E0-AA12-65452F096DCF}" type="sibTrans" cxnId="{65892B5B-8E6E-4162-88D0-053C624A2D6E}">
      <dgm:prSet/>
      <dgm:spPr/>
      <dgm:t>
        <a:bodyPr/>
        <a:lstStyle/>
        <a:p>
          <a:endParaRPr lang="en-US"/>
        </a:p>
      </dgm:t>
    </dgm:pt>
    <dgm:pt modelId="{998BAD39-25F7-4B14-83B8-B12C2FFC67BD}">
      <dgm:prSet/>
      <dgm:spPr/>
      <dgm:t>
        <a:bodyPr/>
        <a:lstStyle/>
        <a:p>
          <a:pPr>
            <a:lnSpc>
              <a:spcPct val="100000"/>
            </a:lnSpc>
          </a:pPr>
          <a:r>
            <a:rPr lang="en-US"/>
            <a:t>Ethics is the moral subjective view on what is inherently right or wrong, moral or immoral and how this principles shape societal outcome</a:t>
          </a:r>
        </a:p>
      </dgm:t>
    </dgm:pt>
    <dgm:pt modelId="{53D4B43B-C2F3-4A8A-B201-311D037613AF}" type="parTrans" cxnId="{FDCB3492-0CA1-4650-B147-141C6438016F}">
      <dgm:prSet/>
      <dgm:spPr/>
      <dgm:t>
        <a:bodyPr/>
        <a:lstStyle/>
        <a:p>
          <a:endParaRPr lang="en-US"/>
        </a:p>
      </dgm:t>
    </dgm:pt>
    <dgm:pt modelId="{AF308DA8-990E-40CC-805E-952E3605FAA2}" type="sibTrans" cxnId="{FDCB3492-0CA1-4650-B147-141C6438016F}">
      <dgm:prSet/>
      <dgm:spPr/>
      <dgm:t>
        <a:bodyPr/>
        <a:lstStyle/>
        <a:p>
          <a:endParaRPr lang="en-US"/>
        </a:p>
      </dgm:t>
    </dgm:pt>
    <dgm:pt modelId="{24933FF5-24A8-4BBD-8791-68E23A34EDB9}">
      <dgm:prSet/>
      <dgm:spPr/>
      <dgm:t>
        <a:bodyPr/>
        <a:lstStyle/>
        <a:p>
          <a:pPr>
            <a:lnSpc>
              <a:spcPct val="100000"/>
            </a:lnSpc>
            <a:defRPr b="1"/>
          </a:pPr>
          <a:r>
            <a:rPr lang="en-US"/>
            <a:t>Who is responsible for enforcing ethical principles (users, government, or service provider)</a:t>
          </a:r>
        </a:p>
      </dgm:t>
    </dgm:pt>
    <dgm:pt modelId="{F887CBF3-021B-4556-A307-FAA003C7F21D}" type="parTrans" cxnId="{955251CA-5074-4443-8E07-16BA55274D2D}">
      <dgm:prSet/>
      <dgm:spPr/>
      <dgm:t>
        <a:bodyPr/>
        <a:lstStyle/>
        <a:p>
          <a:endParaRPr lang="en-US"/>
        </a:p>
      </dgm:t>
    </dgm:pt>
    <dgm:pt modelId="{3BEB23DF-4DB8-46F9-BB37-2F1980DA0C3F}" type="sibTrans" cxnId="{955251CA-5074-4443-8E07-16BA55274D2D}">
      <dgm:prSet/>
      <dgm:spPr/>
      <dgm:t>
        <a:bodyPr/>
        <a:lstStyle/>
        <a:p>
          <a:endParaRPr lang="en-US"/>
        </a:p>
      </dgm:t>
    </dgm:pt>
    <dgm:pt modelId="{4047FC92-8F73-45D0-8E9E-8B32DB9A9674}">
      <dgm:prSet/>
      <dgm:spPr/>
      <dgm:t>
        <a:bodyPr/>
        <a:lstStyle/>
        <a:p>
          <a:pPr>
            <a:lnSpc>
              <a:spcPct val="100000"/>
            </a:lnSpc>
          </a:pPr>
          <a:r>
            <a:rPr lang="en-US" dirty="0"/>
            <a:t>The deliberation of who is responsible for ensuring ethical principles are followed is always evolving. </a:t>
          </a:r>
        </a:p>
      </dgm:t>
    </dgm:pt>
    <dgm:pt modelId="{2740948D-825F-4C19-94A9-8E3D64F34610}" type="parTrans" cxnId="{686CF235-C49C-4FC2-9694-22ECB3D36B44}">
      <dgm:prSet/>
      <dgm:spPr/>
      <dgm:t>
        <a:bodyPr/>
        <a:lstStyle/>
        <a:p>
          <a:endParaRPr lang="en-US"/>
        </a:p>
      </dgm:t>
    </dgm:pt>
    <dgm:pt modelId="{AF43FE24-2067-4B2F-B9A1-8DAD01F1E56A}" type="sibTrans" cxnId="{686CF235-C49C-4FC2-9694-22ECB3D36B44}">
      <dgm:prSet/>
      <dgm:spPr/>
      <dgm:t>
        <a:bodyPr/>
        <a:lstStyle/>
        <a:p>
          <a:endParaRPr lang="en-US"/>
        </a:p>
      </dgm:t>
    </dgm:pt>
    <dgm:pt modelId="{9E4A7471-E120-E54F-82C9-A108BC56EB77}">
      <dgm:prSet/>
      <dgm:spPr/>
      <dgm:t>
        <a:bodyPr/>
        <a:lstStyle/>
        <a:p>
          <a:pPr>
            <a:lnSpc>
              <a:spcPct val="100000"/>
            </a:lnSpc>
          </a:pPr>
          <a:r>
            <a:rPr lang="en-US" dirty="0"/>
            <a:t>However, the three major participants are governmental bodies, the user who data is generated from and service providers that collect various data. </a:t>
          </a:r>
        </a:p>
      </dgm:t>
    </dgm:pt>
    <dgm:pt modelId="{DC75F486-8C3B-D64C-9BC5-65E028EFBD51}" type="parTrans" cxnId="{D233332F-E8F9-FB4D-A0EA-F8EA17A66F4C}">
      <dgm:prSet/>
      <dgm:spPr/>
      <dgm:t>
        <a:bodyPr/>
        <a:lstStyle/>
        <a:p>
          <a:endParaRPr lang="en-US"/>
        </a:p>
      </dgm:t>
    </dgm:pt>
    <dgm:pt modelId="{B94C5547-42F0-7342-A3E8-3C1FE54F2E1C}" type="sibTrans" cxnId="{D233332F-E8F9-FB4D-A0EA-F8EA17A66F4C}">
      <dgm:prSet/>
      <dgm:spPr/>
      <dgm:t>
        <a:bodyPr/>
        <a:lstStyle/>
        <a:p>
          <a:endParaRPr lang="en-US"/>
        </a:p>
      </dgm:t>
    </dgm:pt>
    <dgm:pt modelId="{E34B10A8-89C0-BB49-A0C3-D8E6FFB63E7B}">
      <dgm:prSet/>
      <dgm:spPr/>
      <dgm:t>
        <a:bodyPr/>
        <a:lstStyle/>
        <a:p>
          <a:pPr>
            <a:lnSpc>
              <a:spcPct val="100000"/>
            </a:lnSpc>
          </a:pPr>
          <a:r>
            <a:rPr lang="en-US" dirty="0"/>
            <a:t>Governmental entities are responsible for enacting laws required to protect data and enforcing violations that impede ethical guidelines. </a:t>
          </a:r>
        </a:p>
      </dgm:t>
    </dgm:pt>
    <dgm:pt modelId="{AF122456-B644-2D4D-A7D6-0C97FFCC7FD9}" type="parTrans" cxnId="{0AD8471D-5E46-C043-8A08-FB80BA00D753}">
      <dgm:prSet/>
      <dgm:spPr/>
      <dgm:t>
        <a:bodyPr/>
        <a:lstStyle/>
        <a:p>
          <a:endParaRPr lang="en-US"/>
        </a:p>
      </dgm:t>
    </dgm:pt>
    <dgm:pt modelId="{785F8F9B-ECA9-B34B-B90B-C13DFC0E2F0B}" type="sibTrans" cxnId="{0AD8471D-5E46-C043-8A08-FB80BA00D753}">
      <dgm:prSet/>
      <dgm:spPr/>
      <dgm:t>
        <a:bodyPr/>
        <a:lstStyle/>
        <a:p>
          <a:endParaRPr lang="en-US"/>
        </a:p>
      </dgm:t>
    </dgm:pt>
    <dgm:pt modelId="{610576AC-62B2-954F-A318-D8E9086C5E20}">
      <dgm:prSet/>
      <dgm:spPr/>
      <dgm:t>
        <a:bodyPr/>
        <a:lstStyle/>
        <a:p>
          <a:pPr>
            <a:lnSpc>
              <a:spcPct val="100000"/>
            </a:lnSpc>
          </a:pPr>
          <a:r>
            <a:rPr lang="en-US" dirty="0"/>
            <a:t>Service provider are responsible for ethical utilization of data. </a:t>
          </a:r>
        </a:p>
      </dgm:t>
    </dgm:pt>
    <dgm:pt modelId="{120DA764-3DDF-0A40-9779-3E42AB9071C6}" type="parTrans" cxnId="{062E3288-97CF-7040-A323-BCAFD968A091}">
      <dgm:prSet/>
      <dgm:spPr/>
      <dgm:t>
        <a:bodyPr/>
        <a:lstStyle/>
        <a:p>
          <a:endParaRPr lang="en-US"/>
        </a:p>
      </dgm:t>
    </dgm:pt>
    <dgm:pt modelId="{4F4CC987-5667-4647-8EF8-A4339820EAB3}" type="sibTrans" cxnId="{062E3288-97CF-7040-A323-BCAFD968A091}">
      <dgm:prSet/>
      <dgm:spPr/>
      <dgm:t>
        <a:bodyPr/>
        <a:lstStyle/>
        <a:p>
          <a:endParaRPr lang="en-US"/>
        </a:p>
      </dgm:t>
    </dgm:pt>
    <dgm:pt modelId="{869E48A8-B5F3-8341-A797-BD26365325FC}">
      <dgm:prSet/>
      <dgm:spPr/>
      <dgm:t>
        <a:bodyPr/>
        <a:lstStyle/>
        <a:p>
          <a:pPr>
            <a:lnSpc>
              <a:spcPct val="100000"/>
            </a:lnSpc>
          </a:pPr>
          <a:r>
            <a:rPr lang="en-US" dirty="0"/>
            <a:t>Users are autonomous being that ought to provide explicit individual consent or information that pertains to moral and ethical framework </a:t>
          </a:r>
        </a:p>
      </dgm:t>
    </dgm:pt>
    <dgm:pt modelId="{24B1D88A-6021-704A-A3FB-E63B4FEF9D3B}" type="parTrans" cxnId="{1FE43437-9A43-AF4F-8A32-10F86C9E4D93}">
      <dgm:prSet/>
      <dgm:spPr/>
      <dgm:t>
        <a:bodyPr/>
        <a:lstStyle/>
        <a:p>
          <a:endParaRPr lang="en-US"/>
        </a:p>
      </dgm:t>
    </dgm:pt>
    <dgm:pt modelId="{4BA3BAA9-26FB-1E49-A34A-EE9C1BF0B904}" type="sibTrans" cxnId="{1FE43437-9A43-AF4F-8A32-10F86C9E4D93}">
      <dgm:prSet/>
      <dgm:spPr/>
      <dgm:t>
        <a:bodyPr/>
        <a:lstStyle/>
        <a:p>
          <a:endParaRPr lang="en-US"/>
        </a:p>
      </dgm:t>
    </dgm:pt>
    <dgm:pt modelId="{7BA465C6-58E9-46B5-B229-BAD4F0416C66}" type="pres">
      <dgm:prSet presAssocID="{14049774-E236-48E6-8A46-69FD35F27DAE}" presName="root" presStyleCnt="0">
        <dgm:presLayoutVars>
          <dgm:dir/>
          <dgm:resizeHandles val="exact"/>
        </dgm:presLayoutVars>
      </dgm:prSet>
      <dgm:spPr/>
    </dgm:pt>
    <dgm:pt modelId="{21C4B87D-6D1F-4B08-B40C-DF74FA451D7A}" type="pres">
      <dgm:prSet presAssocID="{99D5381B-788B-4A04-8C9C-52FDF2D39DA9}" presName="compNode" presStyleCnt="0"/>
      <dgm:spPr/>
    </dgm:pt>
    <dgm:pt modelId="{B7F857C8-666E-41D9-A409-E04CCE8690D7}" type="pres">
      <dgm:prSet presAssocID="{99D5381B-788B-4A04-8C9C-52FDF2D39DA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E2C63318-97AE-4F14-B5C9-C3DE38CDE456}" type="pres">
      <dgm:prSet presAssocID="{99D5381B-788B-4A04-8C9C-52FDF2D39DA9}" presName="iconSpace" presStyleCnt="0"/>
      <dgm:spPr/>
    </dgm:pt>
    <dgm:pt modelId="{B1E2CAC0-3B4C-4FC4-B07A-65DA375327E4}" type="pres">
      <dgm:prSet presAssocID="{99D5381B-788B-4A04-8C9C-52FDF2D39DA9}" presName="parTx" presStyleLbl="revTx" presStyleIdx="0" presStyleCnt="4">
        <dgm:presLayoutVars>
          <dgm:chMax val="0"/>
          <dgm:chPref val="0"/>
        </dgm:presLayoutVars>
      </dgm:prSet>
      <dgm:spPr/>
    </dgm:pt>
    <dgm:pt modelId="{96340FAE-029B-419F-AE0D-3317003F078D}" type="pres">
      <dgm:prSet presAssocID="{99D5381B-788B-4A04-8C9C-52FDF2D39DA9}" presName="txSpace" presStyleCnt="0"/>
      <dgm:spPr/>
    </dgm:pt>
    <dgm:pt modelId="{32F6B4BF-1944-4627-A9FC-49F1FE310ACA}" type="pres">
      <dgm:prSet presAssocID="{99D5381B-788B-4A04-8C9C-52FDF2D39DA9}" presName="desTx" presStyleLbl="revTx" presStyleIdx="1" presStyleCnt="4">
        <dgm:presLayoutVars/>
      </dgm:prSet>
      <dgm:spPr/>
    </dgm:pt>
    <dgm:pt modelId="{32273DC1-7166-40BE-A013-AFCDD3617773}" type="pres">
      <dgm:prSet presAssocID="{070D57C8-86E3-42E0-AA12-65452F096DCF}" presName="sibTrans" presStyleCnt="0"/>
      <dgm:spPr/>
    </dgm:pt>
    <dgm:pt modelId="{5D531FC5-D724-4FE9-93DC-A0BBF4A1D15C}" type="pres">
      <dgm:prSet presAssocID="{24933FF5-24A8-4BBD-8791-68E23A34EDB9}" presName="compNode" presStyleCnt="0"/>
      <dgm:spPr/>
    </dgm:pt>
    <dgm:pt modelId="{FBFC9C66-9E1A-4850-BEE2-0A577100CDA9}" type="pres">
      <dgm:prSet presAssocID="{24933FF5-24A8-4BBD-8791-68E23A34EDB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nk"/>
        </a:ext>
      </dgm:extLst>
    </dgm:pt>
    <dgm:pt modelId="{9EA0C012-8C01-42CF-A0E9-9866428D6762}" type="pres">
      <dgm:prSet presAssocID="{24933FF5-24A8-4BBD-8791-68E23A34EDB9}" presName="iconSpace" presStyleCnt="0"/>
      <dgm:spPr/>
    </dgm:pt>
    <dgm:pt modelId="{CC315E1E-FF10-4D8F-B558-422FAAECD74E}" type="pres">
      <dgm:prSet presAssocID="{24933FF5-24A8-4BBD-8791-68E23A34EDB9}" presName="parTx" presStyleLbl="revTx" presStyleIdx="2" presStyleCnt="4">
        <dgm:presLayoutVars>
          <dgm:chMax val="0"/>
          <dgm:chPref val="0"/>
        </dgm:presLayoutVars>
      </dgm:prSet>
      <dgm:spPr/>
    </dgm:pt>
    <dgm:pt modelId="{2FB6751E-20B6-472E-9D7F-D2A2D3DD6A04}" type="pres">
      <dgm:prSet presAssocID="{24933FF5-24A8-4BBD-8791-68E23A34EDB9}" presName="txSpace" presStyleCnt="0"/>
      <dgm:spPr/>
    </dgm:pt>
    <dgm:pt modelId="{6E05AC14-BCD5-4F09-94F5-FBD20E45C61C}" type="pres">
      <dgm:prSet presAssocID="{24933FF5-24A8-4BBD-8791-68E23A34EDB9}" presName="desTx" presStyleLbl="revTx" presStyleIdx="3" presStyleCnt="4">
        <dgm:presLayoutVars/>
      </dgm:prSet>
      <dgm:spPr/>
    </dgm:pt>
  </dgm:ptLst>
  <dgm:cxnLst>
    <dgm:cxn modelId="{0AD8471D-5E46-C043-8A08-FB80BA00D753}" srcId="{24933FF5-24A8-4BBD-8791-68E23A34EDB9}" destId="{E34B10A8-89C0-BB49-A0C3-D8E6FFB63E7B}" srcOrd="2" destOrd="0" parTransId="{AF122456-B644-2D4D-A7D6-0C97FFCC7FD9}" sibTransId="{785F8F9B-ECA9-B34B-B90B-C13DFC0E2F0B}"/>
    <dgm:cxn modelId="{437AD026-9A0F-4194-9DD6-FDC8827B1960}" type="presOf" srcId="{4047FC92-8F73-45D0-8E9E-8B32DB9A9674}" destId="{6E05AC14-BCD5-4F09-94F5-FBD20E45C61C}" srcOrd="0" destOrd="0" presId="urn:microsoft.com/office/officeart/2018/2/layout/IconLabelDescriptionList"/>
    <dgm:cxn modelId="{D233332F-E8F9-FB4D-A0EA-F8EA17A66F4C}" srcId="{24933FF5-24A8-4BBD-8791-68E23A34EDB9}" destId="{9E4A7471-E120-E54F-82C9-A108BC56EB77}" srcOrd="1" destOrd="0" parTransId="{DC75F486-8C3B-D64C-9BC5-65E028EFBD51}" sibTransId="{B94C5547-42F0-7342-A3E8-3C1FE54F2E1C}"/>
    <dgm:cxn modelId="{686CF235-C49C-4FC2-9694-22ECB3D36B44}" srcId="{24933FF5-24A8-4BBD-8791-68E23A34EDB9}" destId="{4047FC92-8F73-45D0-8E9E-8B32DB9A9674}" srcOrd="0" destOrd="0" parTransId="{2740948D-825F-4C19-94A9-8E3D64F34610}" sibTransId="{AF43FE24-2067-4B2F-B9A1-8DAD01F1E56A}"/>
    <dgm:cxn modelId="{1FE43437-9A43-AF4F-8A32-10F86C9E4D93}" srcId="{24933FF5-24A8-4BBD-8791-68E23A34EDB9}" destId="{869E48A8-B5F3-8341-A797-BD26365325FC}" srcOrd="4" destOrd="0" parTransId="{24B1D88A-6021-704A-A3FB-E63B4FEF9D3B}" sibTransId="{4BA3BAA9-26FB-1E49-A34A-EE9C1BF0B904}"/>
    <dgm:cxn modelId="{65892B5B-8E6E-4162-88D0-053C624A2D6E}" srcId="{14049774-E236-48E6-8A46-69FD35F27DAE}" destId="{99D5381B-788B-4A04-8C9C-52FDF2D39DA9}" srcOrd="0" destOrd="0" parTransId="{CC674BFE-56D0-4CDB-ABC3-0C11F966F2E0}" sibTransId="{070D57C8-86E3-42E0-AA12-65452F096DCF}"/>
    <dgm:cxn modelId="{7F2BCA64-9F49-455B-9461-8BAF389A7BAF}" type="presOf" srcId="{998BAD39-25F7-4B14-83B8-B12C2FFC67BD}" destId="{32F6B4BF-1944-4627-A9FC-49F1FE310ACA}" srcOrd="0" destOrd="0" presId="urn:microsoft.com/office/officeart/2018/2/layout/IconLabelDescriptionList"/>
    <dgm:cxn modelId="{9CCFCB7E-B05B-41FB-882F-5527611432A8}" type="presOf" srcId="{99D5381B-788B-4A04-8C9C-52FDF2D39DA9}" destId="{B1E2CAC0-3B4C-4FC4-B07A-65DA375327E4}" srcOrd="0" destOrd="0" presId="urn:microsoft.com/office/officeart/2018/2/layout/IconLabelDescriptionList"/>
    <dgm:cxn modelId="{AC46DE83-FA5C-024B-8679-149CC4F1F985}" type="presOf" srcId="{9E4A7471-E120-E54F-82C9-A108BC56EB77}" destId="{6E05AC14-BCD5-4F09-94F5-FBD20E45C61C}" srcOrd="0" destOrd="1" presId="urn:microsoft.com/office/officeart/2018/2/layout/IconLabelDescriptionList"/>
    <dgm:cxn modelId="{062E3288-97CF-7040-A323-BCAFD968A091}" srcId="{24933FF5-24A8-4BBD-8791-68E23A34EDB9}" destId="{610576AC-62B2-954F-A318-D8E9086C5E20}" srcOrd="3" destOrd="0" parTransId="{120DA764-3DDF-0A40-9779-3E42AB9071C6}" sibTransId="{4F4CC987-5667-4647-8EF8-A4339820EAB3}"/>
    <dgm:cxn modelId="{FDCB3492-0CA1-4650-B147-141C6438016F}" srcId="{99D5381B-788B-4A04-8C9C-52FDF2D39DA9}" destId="{998BAD39-25F7-4B14-83B8-B12C2FFC67BD}" srcOrd="0" destOrd="0" parTransId="{53D4B43B-C2F3-4A8A-B201-311D037613AF}" sibTransId="{AF308DA8-990E-40CC-805E-952E3605FAA2}"/>
    <dgm:cxn modelId="{CF609597-7870-BE4D-AC34-5A5A5E011732}" type="presOf" srcId="{E34B10A8-89C0-BB49-A0C3-D8E6FFB63E7B}" destId="{6E05AC14-BCD5-4F09-94F5-FBD20E45C61C}" srcOrd="0" destOrd="2" presId="urn:microsoft.com/office/officeart/2018/2/layout/IconLabelDescriptionList"/>
    <dgm:cxn modelId="{9DF4C3C5-C756-0E4E-8026-2E1D7E16C4F8}" type="presOf" srcId="{610576AC-62B2-954F-A318-D8E9086C5E20}" destId="{6E05AC14-BCD5-4F09-94F5-FBD20E45C61C}" srcOrd="0" destOrd="3" presId="urn:microsoft.com/office/officeart/2018/2/layout/IconLabelDescriptionList"/>
    <dgm:cxn modelId="{955251CA-5074-4443-8E07-16BA55274D2D}" srcId="{14049774-E236-48E6-8A46-69FD35F27DAE}" destId="{24933FF5-24A8-4BBD-8791-68E23A34EDB9}" srcOrd="1" destOrd="0" parTransId="{F887CBF3-021B-4556-A307-FAA003C7F21D}" sibTransId="{3BEB23DF-4DB8-46F9-BB37-2F1980DA0C3F}"/>
    <dgm:cxn modelId="{5418D6EC-B63B-2142-9929-A29332D9E68C}" type="presOf" srcId="{869E48A8-B5F3-8341-A797-BD26365325FC}" destId="{6E05AC14-BCD5-4F09-94F5-FBD20E45C61C}" srcOrd="0" destOrd="4" presId="urn:microsoft.com/office/officeart/2018/2/layout/IconLabelDescriptionList"/>
    <dgm:cxn modelId="{2E5BFBEE-BC38-4F93-88B5-67418DECC717}" type="presOf" srcId="{24933FF5-24A8-4BBD-8791-68E23A34EDB9}" destId="{CC315E1E-FF10-4D8F-B558-422FAAECD74E}" srcOrd="0" destOrd="0" presId="urn:microsoft.com/office/officeart/2018/2/layout/IconLabelDescriptionList"/>
    <dgm:cxn modelId="{BCEB1FF0-969C-4A8C-88DB-BFCED6AF6587}" type="presOf" srcId="{14049774-E236-48E6-8A46-69FD35F27DAE}" destId="{7BA465C6-58E9-46B5-B229-BAD4F0416C66}" srcOrd="0" destOrd="0" presId="urn:microsoft.com/office/officeart/2018/2/layout/IconLabelDescriptionList"/>
    <dgm:cxn modelId="{0435F73A-7DFB-4B36-A11D-894BF8D13A9A}" type="presParOf" srcId="{7BA465C6-58E9-46B5-B229-BAD4F0416C66}" destId="{21C4B87D-6D1F-4B08-B40C-DF74FA451D7A}" srcOrd="0" destOrd="0" presId="urn:microsoft.com/office/officeart/2018/2/layout/IconLabelDescriptionList"/>
    <dgm:cxn modelId="{7D32F4B7-CB76-4BAC-8548-248AB6FF52A2}" type="presParOf" srcId="{21C4B87D-6D1F-4B08-B40C-DF74FA451D7A}" destId="{B7F857C8-666E-41D9-A409-E04CCE8690D7}" srcOrd="0" destOrd="0" presId="urn:microsoft.com/office/officeart/2018/2/layout/IconLabelDescriptionList"/>
    <dgm:cxn modelId="{157AFA4D-F2F7-47B5-879A-97808E8D06E6}" type="presParOf" srcId="{21C4B87D-6D1F-4B08-B40C-DF74FA451D7A}" destId="{E2C63318-97AE-4F14-B5C9-C3DE38CDE456}" srcOrd="1" destOrd="0" presId="urn:microsoft.com/office/officeart/2018/2/layout/IconLabelDescriptionList"/>
    <dgm:cxn modelId="{A4EA6769-36EC-474D-A034-2B1653A04902}" type="presParOf" srcId="{21C4B87D-6D1F-4B08-B40C-DF74FA451D7A}" destId="{B1E2CAC0-3B4C-4FC4-B07A-65DA375327E4}" srcOrd="2" destOrd="0" presId="urn:microsoft.com/office/officeart/2018/2/layout/IconLabelDescriptionList"/>
    <dgm:cxn modelId="{F2E9176B-1E79-4676-890E-2DF77AC6E73D}" type="presParOf" srcId="{21C4B87D-6D1F-4B08-B40C-DF74FA451D7A}" destId="{96340FAE-029B-419F-AE0D-3317003F078D}" srcOrd="3" destOrd="0" presId="urn:microsoft.com/office/officeart/2018/2/layout/IconLabelDescriptionList"/>
    <dgm:cxn modelId="{CF82F8CF-FF9C-4C3A-8743-C399DAE4B764}" type="presParOf" srcId="{21C4B87D-6D1F-4B08-B40C-DF74FA451D7A}" destId="{32F6B4BF-1944-4627-A9FC-49F1FE310ACA}" srcOrd="4" destOrd="0" presId="urn:microsoft.com/office/officeart/2018/2/layout/IconLabelDescriptionList"/>
    <dgm:cxn modelId="{7A0B322C-CB17-40D8-AA9D-928ED507B6ED}" type="presParOf" srcId="{7BA465C6-58E9-46B5-B229-BAD4F0416C66}" destId="{32273DC1-7166-40BE-A013-AFCDD3617773}" srcOrd="1" destOrd="0" presId="urn:microsoft.com/office/officeart/2018/2/layout/IconLabelDescriptionList"/>
    <dgm:cxn modelId="{0187122A-F8C5-4C9A-BFE5-56EE3BEC016B}" type="presParOf" srcId="{7BA465C6-58E9-46B5-B229-BAD4F0416C66}" destId="{5D531FC5-D724-4FE9-93DC-A0BBF4A1D15C}" srcOrd="2" destOrd="0" presId="urn:microsoft.com/office/officeart/2018/2/layout/IconLabelDescriptionList"/>
    <dgm:cxn modelId="{242711CE-8B2F-46C9-A5C7-27DC43594E58}" type="presParOf" srcId="{5D531FC5-D724-4FE9-93DC-A0BBF4A1D15C}" destId="{FBFC9C66-9E1A-4850-BEE2-0A577100CDA9}" srcOrd="0" destOrd="0" presId="urn:microsoft.com/office/officeart/2018/2/layout/IconLabelDescriptionList"/>
    <dgm:cxn modelId="{4AB33C05-B3B2-441E-9C1F-7EAD8E148172}" type="presParOf" srcId="{5D531FC5-D724-4FE9-93DC-A0BBF4A1D15C}" destId="{9EA0C012-8C01-42CF-A0E9-9866428D6762}" srcOrd="1" destOrd="0" presId="urn:microsoft.com/office/officeart/2018/2/layout/IconLabelDescriptionList"/>
    <dgm:cxn modelId="{34FD51F2-2BED-4571-A7DA-AD8B053B7FD8}" type="presParOf" srcId="{5D531FC5-D724-4FE9-93DC-A0BBF4A1D15C}" destId="{CC315E1E-FF10-4D8F-B558-422FAAECD74E}" srcOrd="2" destOrd="0" presId="urn:microsoft.com/office/officeart/2018/2/layout/IconLabelDescriptionList"/>
    <dgm:cxn modelId="{56FD72B5-FDB9-4361-ABAE-6BD61CE64D6D}" type="presParOf" srcId="{5D531FC5-D724-4FE9-93DC-A0BBF4A1D15C}" destId="{2FB6751E-20B6-472E-9D7F-D2A2D3DD6A04}" srcOrd="3" destOrd="0" presId="urn:microsoft.com/office/officeart/2018/2/layout/IconLabelDescriptionList"/>
    <dgm:cxn modelId="{6A41705F-DBD0-4F5B-83E4-716D0117E99B}" type="presParOf" srcId="{5D531FC5-D724-4FE9-93DC-A0BBF4A1D15C}" destId="{6E05AC14-BCD5-4F09-94F5-FBD20E45C61C}" srcOrd="4" destOrd="0" presId="urn:microsoft.com/office/officeart/2018/2/layout/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F866DBD-C6C5-42B1-98F8-2788F0DCBF5D}"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AA17DFE4-0503-4FE6-BB62-8CC7D6E0FA8B}">
      <dgm:prSet custT="1"/>
      <dgm:spPr/>
      <dgm:t>
        <a:bodyPr/>
        <a:lstStyle/>
        <a:p>
          <a:pPr>
            <a:lnSpc>
              <a:spcPct val="100000"/>
            </a:lnSpc>
          </a:pPr>
          <a:r>
            <a:rPr lang="en-US" sz="1000" dirty="0"/>
            <a:t>My definition of ethics is rooted on past philosophical movement particularly the role of ethical principles guided by, Kantian deontology, Feminine ethics, C</a:t>
          </a:r>
          <a:r>
            <a:rPr lang="en-CA" sz="1000" dirty="0"/>
            <a:t>consequentialism (</a:t>
          </a:r>
          <a:r>
            <a:rPr lang="en-US" sz="1000" dirty="0"/>
            <a:t>utilitarianism), Confucianism,  Aristotelian ethics and much more. I strongly do not believe ethical principles should be guided based on the majority according to utilitarianism which believe that benefit to the majority outweighs the cost of the minority to maximize the greatest good. This punish the minority (violates their individual right and autonomy and is a form of philosophical martyr by channeling a view that is fundamentally disadvantageous), it is also inherently flawed (social ladder can change drastically both vertically or horizontally in a single or multiple generation and individuals can move up and down this ladder and fit into a majority or minority, therefore if a moral principle is inherently skewed to favor a class of people based on number, the movement across this spectrum become counterintuitive which is a breeding ground for nefarious activities).</a:t>
          </a:r>
        </a:p>
      </dgm:t>
    </dgm:pt>
    <dgm:pt modelId="{9AEFF483-8AFB-4DDA-ACBA-FA655C1627F6}" type="parTrans" cxnId="{6F0C26C1-5ACB-4495-A6C9-9C880DEDF119}">
      <dgm:prSet/>
      <dgm:spPr/>
      <dgm:t>
        <a:bodyPr/>
        <a:lstStyle/>
        <a:p>
          <a:endParaRPr lang="en-US"/>
        </a:p>
      </dgm:t>
    </dgm:pt>
    <dgm:pt modelId="{866451CC-7D4A-4160-A4B3-6FC4DB663B8F}" type="sibTrans" cxnId="{6F0C26C1-5ACB-4495-A6C9-9C880DEDF119}">
      <dgm:prSet/>
      <dgm:spPr/>
      <dgm:t>
        <a:bodyPr/>
        <a:lstStyle/>
        <a:p>
          <a:endParaRPr lang="en-US"/>
        </a:p>
      </dgm:t>
    </dgm:pt>
    <dgm:pt modelId="{482BCB22-CA5E-44DC-8EC3-86BC1813802A}">
      <dgm:prSet custT="1"/>
      <dgm:spPr/>
      <dgm:t>
        <a:bodyPr/>
        <a:lstStyle/>
        <a:p>
          <a:pPr>
            <a:lnSpc>
              <a:spcPct val="100000"/>
            </a:lnSpc>
          </a:pPr>
          <a:r>
            <a:rPr lang="en-US" sz="1100" dirty="0"/>
            <a:t>I  do not hold a strong believe in all form of Aristotelian ethics as I believe it is archaic and outdated. This principles rely on the golden mean and was a core philosophical school of thought by Greek philosophers such as Plato, Socrates and Aristotle and the Stoics. I strongly oppose believe in inherently morality based-ethics by Aquinas who merged Aristotelian philosophy (eudaemonia and  religious) doctrine regarding what is good and evil.</a:t>
          </a:r>
        </a:p>
      </dgm:t>
    </dgm:pt>
    <dgm:pt modelId="{53BBA8AC-BB9B-4F0F-A147-B03D51A7EE08}" type="parTrans" cxnId="{9FEC3C76-96E0-45A7-94CC-C3EB68AE481E}">
      <dgm:prSet/>
      <dgm:spPr/>
      <dgm:t>
        <a:bodyPr/>
        <a:lstStyle/>
        <a:p>
          <a:endParaRPr lang="en-US"/>
        </a:p>
      </dgm:t>
    </dgm:pt>
    <dgm:pt modelId="{78897389-0476-4762-820A-B65FAED23033}" type="sibTrans" cxnId="{9FEC3C76-96E0-45A7-94CC-C3EB68AE481E}">
      <dgm:prSet/>
      <dgm:spPr/>
      <dgm:t>
        <a:bodyPr/>
        <a:lstStyle/>
        <a:p>
          <a:endParaRPr lang="en-US"/>
        </a:p>
      </dgm:t>
    </dgm:pt>
    <dgm:pt modelId="{5E8A2079-78DE-4A0A-B6E9-D456838CFBEB}">
      <dgm:prSet custT="1"/>
      <dgm:spPr/>
      <dgm:t>
        <a:bodyPr/>
        <a:lstStyle/>
        <a:p>
          <a:pPr>
            <a:lnSpc>
              <a:spcPct val="100000"/>
            </a:lnSpc>
          </a:pPr>
          <a:r>
            <a:rPr lang="en-US" sz="1100" dirty="0"/>
            <a:t>I strongly believe that human and cultural bias affects each view of ethics and a western ethical principles (individualistic and autonomous ethics) might not apply to other core ethical principles founded in a different region like in Asia and Africa (Confucianism, Buddhism) which are often interpersonal and collectivistic based ethics. Human religious tendencies or lack of tendencies, historical bias and previous history of subjugation and marginalization do have a strong implicit bias when viewing ethical principles. Along familial background, jealousy, conflicting thoughts, and indifferences also blur the line of ethical principles by disguising true moral intentions if subservience is not complied with as seen as justification in some part of the world regarding honor killing which do not thoroughly incorporate the view of gender based feminine ethics and Kantian deontology regarding autonomy, (this infiltrate the primary relationship (family and close kin).</a:t>
          </a:r>
        </a:p>
      </dgm:t>
    </dgm:pt>
    <dgm:pt modelId="{168E8190-6BB0-46D3-BE8C-A1841F424884}" type="parTrans" cxnId="{F74941E8-34A9-4CA5-B70D-90D704505F9B}">
      <dgm:prSet/>
      <dgm:spPr/>
      <dgm:t>
        <a:bodyPr/>
        <a:lstStyle/>
        <a:p>
          <a:endParaRPr lang="en-US"/>
        </a:p>
      </dgm:t>
    </dgm:pt>
    <dgm:pt modelId="{79D99086-8746-4D1B-B374-A04B83566C3A}" type="sibTrans" cxnId="{F74941E8-34A9-4CA5-B70D-90D704505F9B}">
      <dgm:prSet/>
      <dgm:spPr/>
      <dgm:t>
        <a:bodyPr/>
        <a:lstStyle/>
        <a:p>
          <a:endParaRPr lang="en-US"/>
        </a:p>
      </dgm:t>
    </dgm:pt>
    <dgm:pt modelId="{388865D6-DA7E-4B39-B65A-6B37054C4E8C}">
      <dgm:prSet custT="1"/>
      <dgm:spPr/>
      <dgm:t>
        <a:bodyPr/>
        <a:lstStyle/>
        <a:p>
          <a:pPr>
            <a:lnSpc>
              <a:spcPct val="100000"/>
            </a:lnSpc>
          </a:pPr>
          <a:r>
            <a:rPr lang="en-US" sz="1100" dirty="0"/>
            <a:t>My subjective definition of ethics will be merging a combination of all form of ethics since all ethical principles all have some advantages and disadvantage and is rooted in promoting the overall good whether it at an individual level or a community level. In a ever changing world, rules and logic are meant to always be revised to account for technological advancement, knowledge acquisition, cultural diversity, information accessibility and global interconnectedness.</a:t>
          </a:r>
        </a:p>
      </dgm:t>
    </dgm:pt>
    <dgm:pt modelId="{4849359E-03A8-4CBF-9929-30716616B725}" type="parTrans" cxnId="{1BD83670-DE61-4660-A326-69017BD50B6B}">
      <dgm:prSet/>
      <dgm:spPr/>
      <dgm:t>
        <a:bodyPr/>
        <a:lstStyle/>
        <a:p>
          <a:endParaRPr lang="en-US"/>
        </a:p>
      </dgm:t>
    </dgm:pt>
    <dgm:pt modelId="{9BAC0AAB-2B20-4677-93B9-241E272D80B1}" type="sibTrans" cxnId="{1BD83670-DE61-4660-A326-69017BD50B6B}">
      <dgm:prSet/>
      <dgm:spPr/>
      <dgm:t>
        <a:bodyPr/>
        <a:lstStyle/>
        <a:p>
          <a:endParaRPr lang="en-US"/>
        </a:p>
      </dgm:t>
    </dgm:pt>
    <dgm:pt modelId="{87F7D513-51D7-4986-B04F-E37CDF05C933}" type="pres">
      <dgm:prSet presAssocID="{FF866DBD-C6C5-42B1-98F8-2788F0DCBF5D}" presName="root" presStyleCnt="0">
        <dgm:presLayoutVars>
          <dgm:dir/>
          <dgm:resizeHandles val="exact"/>
        </dgm:presLayoutVars>
      </dgm:prSet>
      <dgm:spPr/>
    </dgm:pt>
    <dgm:pt modelId="{9FA6101A-F683-4946-8ADD-AB77E171A70C}" type="pres">
      <dgm:prSet presAssocID="{AA17DFE4-0503-4FE6-BB62-8CC7D6E0FA8B}" presName="compNode" presStyleCnt="0"/>
      <dgm:spPr/>
    </dgm:pt>
    <dgm:pt modelId="{7C263E84-9B64-4CD6-A3B8-BF1195298DEE}" type="pres">
      <dgm:prSet presAssocID="{AA17DFE4-0503-4FE6-BB62-8CC7D6E0FA8B}" presName="bgRect" presStyleLbl="bgShp" presStyleIdx="0" presStyleCnt="4"/>
      <dgm:spPr/>
    </dgm:pt>
    <dgm:pt modelId="{CC568FAB-1C44-40E9-AE0A-440DABC11732}" type="pres">
      <dgm:prSet presAssocID="{AA17DFE4-0503-4FE6-BB62-8CC7D6E0FA8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8001BA95-3B63-436B-BD07-4E7E159689D2}" type="pres">
      <dgm:prSet presAssocID="{AA17DFE4-0503-4FE6-BB62-8CC7D6E0FA8B}" presName="spaceRect" presStyleCnt="0"/>
      <dgm:spPr/>
    </dgm:pt>
    <dgm:pt modelId="{EFBFB43C-EA31-4561-8673-4116560D1906}" type="pres">
      <dgm:prSet presAssocID="{AA17DFE4-0503-4FE6-BB62-8CC7D6E0FA8B}" presName="parTx" presStyleLbl="revTx" presStyleIdx="0" presStyleCnt="4">
        <dgm:presLayoutVars>
          <dgm:chMax val="0"/>
          <dgm:chPref val="0"/>
        </dgm:presLayoutVars>
      </dgm:prSet>
      <dgm:spPr/>
    </dgm:pt>
    <dgm:pt modelId="{BC3E2405-29E4-42D0-B984-0DDB714622FE}" type="pres">
      <dgm:prSet presAssocID="{866451CC-7D4A-4160-A4B3-6FC4DB663B8F}" presName="sibTrans" presStyleCnt="0"/>
      <dgm:spPr/>
    </dgm:pt>
    <dgm:pt modelId="{BB3C63B4-D814-4D81-B75A-091B9E109AC6}" type="pres">
      <dgm:prSet presAssocID="{482BCB22-CA5E-44DC-8EC3-86BC1813802A}" presName="compNode" presStyleCnt="0"/>
      <dgm:spPr/>
    </dgm:pt>
    <dgm:pt modelId="{D0DC05CD-0526-44CA-83E9-846364CAD96F}" type="pres">
      <dgm:prSet presAssocID="{482BCB22-CA5E-44DC-8EC3-86BC1813802A}" presName="bgRect" presStyleLbl="bgShp" presStyleIdx="1" presStyleCnt="4"/>
      <dgm:spPr/>
    </dgm:pt>
    <dgm:pt modelId="{9682B509-DC7F-4DB2-88B7-32C745149B24}" type="pres">
      <dgm:prSet presAssocID="{482BCB22-CA5E-44DC-8EC3-86BC1813802A}"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otes"/>
        </a:ext>
      </dgm:extLst>
    </dgm:pt>
    <dgm:pt modelId="{9E4FAC25-C823-4ABE-A269-7A7E025DEA1C}" type="pres">
      <dgm:prSet presAssocID="{482BCB22-CA5E-44DC-8EC3-86BC1813802A}" presName="spaceRect" presStyleCnt="0"/>
      <dgm:spPr/>
    </dgm:pt>
    <dgm:pt modelId="{8375A798-E9BC-48E7-9A7A-8C798994D055}" type="pres">
      <dgm:prSet presAssocID="{482BCB22-CA5E-44DC-8EC3-86BC1813802A}" presName="parTx" presStyleLbl="revTx" presStyleIdx="1" presStyleCnt="4">
        <dgm:presLayoutVars>
          <dgm:chMax val="0"/>
          <dgm:chPref val="0"/>
        </dgm:presLayoutVars>
      </dgm:prSet>
      <dgm:spPr/>
    </dgm:pt>
    <dgm:pt modelId="{B43616BE-8E54-41DC-BB3C-039194747D89}" type="pres">
      <dgm:prSet presAssocID="{78897389-0476-4762-820A-B65FAED23033}" presName="sibTrans" presStyleCnt="0"/>
      <dgm:spPr/>
    </dgm:pt>
    <dgm:pt modelId="{8B212959-428D-460B-95FB-E75DA42542A2}" type="pres">
      <dgm:prSet presAssocID="{5E8A2079-78DE-4A0A-B6E9-D456838CFBEB}" presName="compNode" presStyleCnt="0"/>
      <dgm:spPr/>
    </dgm:pt>
    <dgm:pt modelId="{CEA115CC-13BE-4543-A31C-6D4AC5B877C0}" type="pres">
      <dgm:prSet presAssocID="{5E8A2079-78DE-4A0A-B6E9-D456838CFBEB}" presName="bgRect" presStyleLbl="bgShp" presStyleIdx="2" presStyleCnt="4"/>
      <dgm:spPr/>
    </dgm:pt>
    <dgm:pt modelId="{3F3CCB05-D780-4814-B0D2-E18D7764461A}" type="pres">
      <dgm:prSet presAssocID="{5E8A2079-78DE-4A0A-B6E9-D456838CFBEB}"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cales of Justice"/>
        </a:ext>
      </dgm:extLst>
    </dgm:pt>
    <dgm:pt modelId="{FFCEA663-4A3D-4D97-86AC-A2359E4DACD4}" type="pres">
      <dgm:prSet presAssocID="{5E8A2079-78DE-4A0A-B6E9-D456838CFBEB}" presName="spaceRect" presStyleCnt="0"/>
      <dgm:spPr/>
    </dgm:pt>
    <dgm:pt modelId="{18033229-9EEE-41A0-827E-E6857DE430C7}" type="pres">
      <dgm:prSet presAssocID="{5E8A2079-78DE-4A0A-B6E9-D456838CFBEB}" presName="parTx" presStyleLbl="revTx" presStyleIdx="2" presStyleCnt="4">
        <dgm:presLayoutVars>
          <dgm:chMax val="0"/>
          <dgm:chPref val="0"/>
        </dgm:presLayoutVars>
      </dgm:prSet>
      <dgm:spPr/>
    </dgm:pt>
    <dgm:pt modelId="{E3C0B462-A4F7-E240-8A44-8FD9E562477B}" type="pres">
      <dgm:prSet presAssocID="{79D99086-8746-4D1B-B374-A04B83566C3A}" presName="sibTrans" presStyleCnt="0"/>
      <dgm:spPr/>
    </dgm:pt>
    <dgm:pt modelId="{98F362DA-14B1-49A4-9191-ABF21CC12D26}" type="pres">
      <dgm:prSet presAssocID="{388865D6-DA7E-4B39-B65A-6B37054C4E8C}" presName="compNode" presStyleCnt="0"/>
      <dgm:spPr/>
    </dgm:pt>
    <dgm:pt modelId="{601A5780-425E-436A-BDBB-DA5F9C8390BF}" type="pres">
      <dgm:prSet presAssocID="{388865D6-DA7E-4B39-B65A-6B37054C4E8C}" presName="bgRect" presStyleLbl="bgShp" presStyleIdx="3" presStyleCnt="4"/>
      <dgm:spPr/>
    </dgm:pt>
    <dgm:pt modelId="{5B06E686-DA0C-478C-ADF6-E8F523C4AAC0}" type="pres">
      <dgm:prSet presAssocID="{388865D6-DA7E-4B39-B65A-6B37054C4E8C}"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Judge"/>
        </a:ext>
      </dgm:extLst>
    </dgm:pt>
    <dgm:pt modelId="{14177BF8-019A-4D24-AF3D-D9B84DA91DE5}" type="pres">
      <dgm:prSet presAssocID="{388865D6-DA7E-4B39-B65A-6B37054C4E8C}" presName="spaceRect" presStyleCnt="0"/>
      <dgm:spPr/>
    </dgm:pt>
    <dgm:pt modelId="{48BD7A7B-C9ED-400E-9A55-FD9C6FA87043}" type="pres">
      <dgm:prSet presAssocID="{388865D6-DA7E-4B39-B65A-6B37054C4E8C}" presName="parTx" presStyleLbl="revTx" presStyleIdx="3" presStyleCnt="4">
        <dgm:presLayoutVars>
          <dgm:chMax val="0"/>
          <dgm:chPref val="0"/>
        </dgm:presLayoutVars>
      </dgm:prSet>
      <dgm:spPr/>
    </dgm:pt>
  </dgm:ptLst>
  <dgm:cxnLst>
    <dgm:cxn modelId="{2DA95D0C-0582-2C49-8B83-51BD8034E446}" type="presOf" srcId="{5E8A2079-78DE-4A0A-B6E9-D456838CFBEB}" destId="{18033229-9EEE-41A0-827E-E6857DE430C7}" srcOrd="0" destOrd="0" presId="urn:microsoft.com/office/officeart/2018/2/layout/IconVerticalSolidList"/>
    <dgm:cxn modelId="{AED4A726-B931-4839-8F12-2C2A870A1F89}" type="presOf" srcId="{FF866DBD-C6C5-42B1-98F8-2788F0DCBF5D}" destId="{87F7D513-51D7-4986-B04F-E37CDF05C933}" srcOrd="0" destOrd="0" presId="urn:microsoft.com/office/officeart/2018/2/layout/IconVerticalSolidList"/>
    <dgm:cxn modelId="{206DDF47-8944-824C-9ECD-D3B4ACBBF994}" type="presOf" srcId="{388865D6-DA7E-4B39-B65A-6B37054C4E8C}" destId="{48BD7A7B-C9ED-400E-9A55-FD9C6FA87043}" srcOrd="0" destOrd="0" presId="urn:microsoft.com/office/officeart/2018/2/layout/IconVerticalSolidList"/>
    <dgm:cxn modelId="{1BD83670-DE61-4660-A326-69017BD50B6B}" srcId="{FF866DBD-C6C5-42B1-98F8-2788F0DCBF5D}" destId="{388865D6-DA7E-4B39-B65A-6B37054C4E8C}" srcOrd="3" destOrd="0" parTransId="{4849359E-03A8-4CBF-9929-30716616B725}" sibTransId="{9BAC0AAB-2B20-4677-93B9-241E272D80B1}"/>
    <dgm:cxn modelId="{9FEC3C76-96E0-45A7-94CC-C3EB68AE481E}" srcId="{FF866DBD-C6C5-42B1-98F8-2788F0DCBF5D}" destId="{482BCB22-CA5E-44DC-8EC3-86BC1813802A}" srcOrd="1" destOrd="0" parTransId="{53BBA8AC-BB9B-4F0F-A147-B03D51A7EE08}" sibTransId="{78897389-0476-4762-820A-B65FAED23033}"/>
    <dgm:cxn modelId="{8F8771B8-6066-5E45-96A7-93269BEC18BC}" type="presOf" srcId="{482BCB22-CA5E-44DC-8EC3-86BC1813802A}" destId="{8375A798-E9BC-48E7-9A7A-8C798994D055}" srcOrd="0" destOrd="0" presId="urn:microsoft.com/office/officeart/2018/2/layout/IconVerticalSolidList"/>
    <dgm:cxn modelId="{6F0C26C1-5ACB-4495-A6C9-9C880DEDF119}" srcId="{FF866DBD-C6C5-42B1-98F8-2788F0DCBF5D}" destId="{AA17DFE4-0503-4FE6-BB62-8CC7D6E0FA8B}" srcOrd="0" destOrd="0" parTransId="{9AEFF483-8AFB-4DDA-ACBA-FA655C1627F6}" sibTransId="{866451CC-7D4A-4160-A4B3-6FC4DB663B8F}"/>
    <dgm:cxn modelId="{FA2EECE6-6681-2648-BF12-A483D20333B3}" type="presOf" srcId="{AA17DFE4-0503-4FE6-BB62-8CC7D6E0FA8B}" destId="{EFBFB43C-EA31-4561-8673-4116560D1906}" srcOrd="0" destOrd="0" presId="urn:microsoft.com/office/officeart/2018/2/layout/IconVerticalSolidList"/>
    <dgm:cxn modelId="{F74941E8-34A9-4CA5-B70D-90D704505F9B}" srcId="{FF866DBD-C6C5-42B1-98F8-2788F0DCBF5D}" destId="{5E8A2079-78DE-4A0A-B6E9-D456838CFBEB}" srcOrd="2" destOrd="0" parTransId="{168E8190-6BB0-46D3-BE8C-A1841F424884}" sibTransId="{79D99086-8746-4D1B-B374-A04B83566C3A}"/>
    <dgm:cxn modelId="{54768D3D-CAB8-4945-9EB4-D60CF275EBD0}" type="presParOf" srcId="{87F7D513-51D7-4986-B04F-E37CDF05C933}" destId="{9FA6101A-F683-4946-8ADD-AB77E171A70C}" srcOrd="0" destOrd="0" presId="urn:microsoft.com/office/officeart/2018/2/layout/IconVerticalSolidList"/>
    <dgm:cxn modelId="{B8FCDA3F-A858-0C49-87EB-0AD2C7DE0AA1}" type="presParOf" srcId="{9FA6101A-F683-4946-8ADD-AB77E171A70C}" destId="{7C263E84-9B64-4CD6-A3B8-BF1195298DEE}" srcOrd="0" destOrd="0" presId="urn:microsoft.com/office/officeart/2018/2/layout/IconVerticalSolidList"/>
    <dgm:cxn modelId="{6AD98F07-9BA6-D14F-9503-4B5E36BCD53E}" type="presParOf" srcId="{9FA6101A-F683-4946-8ADD-AB77E171A70C}" destId="{CC568FAB-1C44-40E9-AE0A-440DABC11732}" srcOrd="1" destOrd="0" presId="urn:microsoft.com/office/officeart/2018/2/layout/IconVerticalSolidList"/>
    <dgm:cxn modelId="{6C3A8860-8DE2-3545-9EEA-30DB0DA937CA}" type="presParOf" srcId="{9FA6101A-F683-4946-8ADD-AB77E171A70C}" destId="{8001BA95-3B63-436B-BD07-4E7E159689D2}" srcOrd="2" destOrd="0" presId="urn:microsoft.com/office/officeart/2018/2/layout/IconVerticalSolidList"/>
    <dgm:cxn modelId="{ABF52034-9FB1-5641-A63C-F7B115DAFA47}" type="presParOf" srcId="{9FA6101A-F683-4946-8ADD-AB77E171A70C}" destId="{EFBFB43C-EA31-4561-8673-4116560D1906}" srcOrd="3" destOrd="0" presId="urn:microsoft.com/office/officeart/2018/2/layout/IconVerticalSolidList"/>
    <dgm:cxn modelId="{190A7385-AD9D-BF46-B715-68042D928ED8}" type="presParOf" srcId="{87F7D513-51D7-4986-B04F-E37CDF05C933}" destId="{BC3E2405-29E4-42D0-B984-0DDB714622FE}" srcOrd="1" destOrd="0" presId="urn:microsoft.com/office/officeart/2018/2/layout/IconVerticalSolidList"/>
    <dgm:cxn modelId="{D40725FD-5816-2D43-8A61-05BAE4D34E76}" type="presParOf" srcId="{87F7D513-51D7-4986-B04F-E37CDF05C933}" destId="{BB3C63B4-D814-4D81-B75A-091B9E109AC6}" srcOrd="2" destOrd="0" presId="urn:microsoft.com/office/officeart/2018/2/layout/IconVerticalSolidList"/>
    <dgm:cxn modelId="{8A9A452B-58DC-014D-AF27-8DF2E190335A}" type="presParOf" srcId="{BB3C63B4-D814-4D81-B75A-091B9E109AC6}" destId="{D0DC05CD-0526-44CA-83E9-846364CAD96F}" srcOrd="0" destOrd="0" presId="urn:microsoft.com/office/officeart/2018/2/layout/IconVerticalSolidList"/>
    <dgm:cxn modelId="{40766896-790F-2E4F-B0E7-73C6DB27E62C}" type="presParOf" srcId="{BB3C63B4-D814-4D81-B75A-091B9E109AC6}" destId="{9682B509-DC7F-4DB2-88B7-32C745149B24}" srcOrd="1" destOrd="0" presId="urn:microsoft.com/office/officeart/2018/2/layout/IconVerticalSolidList"/>
    <dgm:cxn modelId="{1ADC3501-079B-F34D-A8B7-06982E420674}" type="presParOf" srcId="{BB3C63B4-D814-4D81-B75A-091B9E109AC6}" destId="{9E4FAC25-C823-4ABE-A269-7A7E025DEA1C}" srcOrd="2" destOrd="0" presId="urn:microsoft.com/office/officeart/2018/2/layout/IconVerticalSolidList"/>
    <dgm:cxn modelId="{6B0E50E5-59CF-4045-A25B-A9F97D8623F8}" type="presParOf" srcId="{BB3C63B4-D814-4D81-B75A-091B9E109AC6}" destId="{8375A798-E9BC-48E7-9A7A-8C798994D055}" srcOrd="3" destOrd="0" presId="urn:microsoft.com/office/officeart/2018/2/layout/IconVerticalSolidList"/>
    <dgm:cxn modelId="{801EB90C-BBB8-094C-8583-523D6B17AA3F}" type="presParOf" srcId="{87F7D513-51D7-4986-B04F-E37CDF05C933}" destId="{B43616BE-8E54-41DC-BB3C-039194747D89}" srcOrd="3" destOrd="0" presId="urn:microsoft.com/office/officeart/2018/2/layout/IconVerticalSolidList"/>
    <dgm:cxn modelId="{DB390E5B-F324-884F-8B88-68234AA5A7FD}" type="presParOf" srcId="{87F7D513-51D7-4986-B04F-E37CDF05C933}" destId="{8B212959-428D-460B-95FB-E75DA42542A2}" srcOrd="4" destOrd="0" presId="urn:microsoft.com/office/officeart/2018/2/layout/IconVerticalSolidList"/>
    <dgm:cxn modelId="{B3D19A6A-99FB-7D40-A625-5C4EEBFDD50F}" type="presParOf" srcId="{8B212959-428D-460B-95FB-E75DA42542A2}" destId="{CEA115CC-13BE-4543-A31C-6D4AC5B877C0}" srcOrd="0" destOrd="0" presId="urn:microsoft.com/office/officeart/2018/2/layout/IconVerticalSolidList"/>
    <dgm:cxn modelId="{9CD1A487-5711-0646-8704-D2B8A700B047}" type="presParOf" srcId="{8B212959-428D-460B-95FB-E75DA42542A2}" destId="{3F3CCB05-D780-4814-B0D2-E18D7764461A}" srcOrd="1" destOrd="0" presId="urn:microsoft.com/office/officeart/2018/2/layout/IconVerticalSolidList"/>
    <dgm:cxn modelId="{7D462943-0FE6-E74A-8D0D-C9C01D56B2D0}" type="presParOf" srcId="{8B212959-428D-460B-95FB-E75DA42542A2}" destId="{FFCEA663-4A3D-4D97-86AC-A2359E4DACD4}" srcOrd="2" destOrd="0" presId="urn:microsoft.com/office/officeart/2018/2/layout/IconVerticalSolidList"/>
    <dgm:cxn modelId="{A78BAA0C-470E-6F47-9974-422D9AA3B804}" type="presParOf" srcId="{8B212959-428D-460B-95FB-E75DA42542A2}" destId="{18033229-9EEE-41A0-827E-E6857DE430C7}" srcOrd="3" destOrd="0" presId="urn:microsoft.com/office/officeart/2018/2/layout/IconVerticalSolidList"/>
    <dgm:cxn modelId="{6F798D07-607D-5042-9927-F203BAE5CA88}" type="presParOf" srcId="{87F7D513-51D7-4986-B04F-E37CDF05C933}" destId="{E3C0B462-A4F7-E240-8A44-8FD9E562477B}" srcOrd="5" destOrd="0" presId="urn:microsoft.com/office/officeart/2018/2/layout/IconVerticalSolidList"/>
    <dgm:cxn modelId="{BB764359-163F-6C43-9148-F252FC8D0F1C}" type="presParOf" srcId="{87F7D513-51D7-4986-B04F-E37CDF05C933}" destId="{98F362DA-14B1-49A4-9191-ABF21CC12D26}" srcOrd="6" destOrd="0" presId="urn:microsoft.com/office/officeart/2018/2/layout/IconVerticalSolidList"/>
    <dgm:cxn modelId="{C28CAD23-AD6B-0442-88AA-AA36E8FC34D9}" type="presParOf" srcId="{98F362DA-14B1-49A4-9191-ABF21CC12D26}" destId="{601A5780-425E-436A-BDBB-DA5F9C8390BF}" srcOrd="0" destOrd="0" presId="urn:microsoft.com/office/officeart/2018/2/layout/IconVerticalSolidList"/>
    <dgm:cxn modelId="{8C777693-598A-5A4F-9271-8A3843CBFA78}" type="presParOf" srcId="{98F362DA-14B1-49A4-9191-ABF21CC12D26}" destId="{5B06E686-DA0C-478C-ADF6-E8F523C4AAC0}" srcOrd="1" destOrd="0" presId="urn:microsoft.com/office/officeart/2018/2/layout/IconVerticalSolidList"/>
    <dgm:cxn modelId="{B32D53A2-01EC-8349-B2FE-75291C75B6BC}" type="presParOf" srcId="{98F362DA-14B1-49A4-9191-ABF21CC12D26}" destId="{14177BF8-019A-4D24-AF3D-D9B84DA91DE5}" srcOrd="2" destOrd="0" presId="urn:microsoft.com/office/officeart/2018/2/layout/IconVerticalSolidList"/>
    <dgm:cxn modelId="{9C84DD9F-98B4-464C-95CD-B3ABBA04CF95}" type="presParOf" srcId="{98F362DA-14B1-49A4-9191-ABF21CC12D26}" destId="{48BD7A7B-C9ED-400E-9A55-FD9C6FA8704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5281052-5C83-456A-B41D-93668700BD89}"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1E697646-3853-433B-A686-A3D5E6CB944B}">
      <dgm:prSet/>
      <dgm:spPr/>
      <dgm:t>
        <a:bodyPr/>
        <a:lstStyle/>
        <a:p>
          <a:pPr>
            <a:lnSpc>
              <a:spcPct val="100000"/>
            </a:lnSpc>
            <a:defRPr cap="all"/>
          </a:pPr>
          <a:r>
            <a:rPr lang="en-US" cap="all" baseline="0" dirty="0"/>
            <a:t>Respect and dignity for all individual means treat all race, gender and sex the same</a:t>
          </a:r>
        </a:p>
      </dgm:t>
    </dgm:pt>
    <dgm:pt modelId="{F4CE500E-9ED4-4D98-9A3C-EBDCD159F9B8}" type="parTrans" cxnId="{B8994E15-ECC3-43FD-A409-301F055C6AD4}">
      <dgm:prSet/>
      <dgm:spPr/>
      <dgm:t>
        <a:bodyPr/>
        <a:lstStyle/>
        <a:p>
          <a:endParaRPr lang="en-US"/>
        </a:p>
      </dgm:t>
    </dgm:pt>
    <dgm:pt modelId="{0D525A92-771D-4A35-8793-897053E25194}" type="sibTrans" cxnId="{B8994E15-ECC3-43FD-A409-301F055C6AD4}">
      <dgm:prSet/>
      <dgm:spPr/>
      <dgm:t>
        <a:bodyPr/>
        <a:lstStyle/>
        <a:p>
          <a:endParaRPr lang="en-US"/>
        </a:p>
      </dgm:t>
    </dgm:pt>
    <dgm:pt modelId="{5F46F964-33E7-4FA4-B6C1-013464B0AD99}">
      <dgm:prSet/>
      <dgm:spPr/>
      <dgm:t>
        <a:bodyPr/>
        <a:lstStyle/>
        <a:p>
          <a:pPr>
            <a:lnSpc>
              <a:spcPct val="100000"/>
            </a:lnSpc>
            <a:defRPr cap="all"/>
          </a:pPr>
          <a:r>
            <a:rPr lang="en-US" cap="none" baseline="0" dirty="0"/>
            <a:t>INFORMED CONSENT: ALL INDIVIDUAL CAPABLE OF MAKING DECISIONS ARE INFORMED OF THEIR ETHICAL RIGHTS</a:t>
          </a:r>
        </a:p>
      </dgm:t>
    </dgm:pt>
    <dgm:pt modelId="{47C7B991-32DA-4304-B3F9-B574BCC2C4AC}" type="parTrans" cxnId="{070F7CFD-CEF8-44D6-ACC6-0D63137B07D7}">
      <dgm:prSet/>
      <dgm:spPr/>
      <dgm:t>
        <a:bodyPr/>
        <a:lstStyle/>
        <a:p>
          <a:endParaRPr lang="en-US"/>
        </a:p>
      </dgm:t>
    </dgm:pt>
    <dgm:pt modelId="{2AA63E83-B47A-44D0-9B84-926ABB099634}" type="sibTrans" cxnId="{070F7CFD-CEF8-44D6-ACC6-0D63137B07D7}">
      <dgm:prSet/>
      <dgm:spPr/>
      <dgm:t>
        <a:bodyPr/>
        <a:lstStyle/>
        <a:p>
          <a:endParaRPr lang="en-US"/>
        </a:p>
      </dgm:t>
    </dgm:pt>
    <dgm:pt modelId="{56B415C8-4A6E-A84F-824E-3D296F1ADE2E}">
      <dgm:prSet/>
      <dgm:spPr/>
      <dgm:t>
        <a:bodyPr/>
        <a:lstStyle/>
        <a:p>
          <a:pPr>
            <a:lnSpc>
              <a:spcPct val="100000"/>
            </a:lnSpc>
            <a:defRPr cap="all"/>
          </a:pPr>
          <a:r>
            <a:rPr lang="en-US" cap="all" baseline="0" dirty="0"/>
            <a:t>Growth and modification of ethical guidelines for evolution of behaviors, thought and societal principles</a:t>
          </a:r>
        </a:p>
      </dgm:t>
    </dgm:pt>
    <dgm:pt modelId="{5FCCC3A1-626F-8F45-9CBD-F20A9FCC882E}" type="parTrans" cxnId="{1DB2F735-517F-E340-93EA-AF30D657CDF4}">
      <dgm:prSet/>
      <dgm:spPr/>
      <dgm:t>
        <a:bodyPr/>
        <a:lstStyle/>
        <a:p>
          <a:endParaRPr lang="en-US"/>
        </a:p>
      </dgm:t>
    </dgm:pt>
    <dgm:pt modelId="{11665317-5096-C645-9AF1-F70AF4AC7284}" type="sibTrans" cxnId="{1DB2F735-517F-E340-93EA-AF30D657CDF4}">
      <dgm:prSet/>
      <dgm:spPr/>
      <dgm:t>
        <a:bodyPr/>
        <a:lstStyle/>
        <a:p>
          <a:endParaRPr lang="en-US"/>
        </a:p>
      </dgm:t>
    </dgm:pt>
    <dgm:pt modelId="{FE091975-A8F5-D947-9112-D4C8360893BD}">
      <dgm:prSet/>
      <dgm:spPr/>
      <dgm:t>
        <a:bodyPr/>
        <a:lstStyle/>
        <a:p>
          <a:pPr>
            <a:lnSpc>
              <a:spcPct val="100000"/>
            </a:lnSpc>
            <a:defRPr cap="all"/>
          </a:pPr>
          <a:r>
            <a:rPr lang="en-US" dirty="0"/>
            <a:t>REGULATION OF ENTITIES THAT ARE ARTIFICIALLY CREATED that possesses REASONING CAPABILITIES </a:t>
          </a:r>
        </a:p>
      </dgm:t>
    </dgm:pt>
    <dgm:pt modelId="{84584017-DCB0-6140-97B4-EA9E23DB33B2}" type="parTrans" cxnId="{32C5DCE9-2195-CD43-8234-57A66667E17B}">
      <dgm:prSet/>
      <dgm:spPr/>
      <dgm:t>
        <a:bodyPr/>
        <a:lstStyle/>
        <a:p>
          <a:endParaRPr lang="en-US"/>
        </a:p>
      </dgm:t>
    </dgm:pt>
    <dgm:pt modelId="{5D019FA4-F502-1340-A69E-348153EED881}" type="sibTrans" cxnId="{32C5DCE9-2195-CD43-8234-57A66667E17B}">
      <dgm:prSet/>
      <dgm:spPr/>
      <dgm:t>
        <a:bodyPr/>
        <a:lstStyle/>
        <a:p>
          <a:endParaRPr lang="en-US"/>
        </a:p>
      </dgm:t>
    </dgm:pt>
    <dgm:pt modelId="{F6011822-B09A-E145-A45C-E3BB789E002F}">
      <dgm:prSet/>
      <dgm:spPr/>
      <dgm:t>
        <a:bodyPr/>
        <a:lstStyle/>
        <a:p>
          <a:pPr>
            <a:lnSpc>
              <a:spcPct val="100000"/>
            </a:lnSpc>
            <a:defRPr cap="all"/>
          </a:pPr>
          <a:r>
            <a:rPr lang="en-US" cap="all" baseline="0" dirty="0"/>
            <a:t>Compliance to prevent nefarious act in-order to prevent miscreant.</a:t>
          </a:r>
        </a:p>
      </dgm:t>
    </dgm:pt>
    <dgm:pt modelId="{E74630F5-1AE0-B34A-A09C-B547D087E98E}" type="parTrans" cxnId="{2D616AC7-BF66-B042-8A72-E60BE83B4797}">
      <dgm:prSet/>
      <dgm:spPr/>
      <dgm:t>
        <a:bodyPr/>
        <a:lstStyle/>
        <a:p>
          <a:endParaRPr lang="en-US"/>
        </a:p>
      </dgm:t>
    </dgm:pt>
    <dgm:pt modelId="{DBE0E55D-FE73-BC4D-924E-0D9509A5A167}" type="sibTrans" cxnId="{2D616AC7-BF66-B042-8A72-E60BE83B4797}">
      <dgm:prSet/>
      <dgm:spPr/>
      <dgm:t>
        <a:bodyPr/>
        <a:lstStyle/>
        <a:p>
          <a:endParaRPr lang="en-US"/>
        </a:p>
      </dgm:t>
    </dgm:pt>
    <dgm:pt modelId="{0FB3AD77-3A02-4BB6-BF01-F2621DE89DE3}" type="pres">
      <dgm:prSet presAssocID="{B5281052-5C83-456A-B41D-93668700BD89}" presName="root" presStyleCnt="0">
        <dgm:presLayoutVars>
          <dgm:dir/>
          <dgm:resizeHandles val="exact"/>
        </dgm:presLayoutVars>
      </dgm:prSet>
      <dgm:spPr/>
    </dgm:pt>
    <dgm:pt modelId="{549DF8D1-2C35-49A3-B7AA-E84D02BEBADE}" type="pres">
      <dgm:prSet presAssocID="{1E697646-3853-433B-A686-A3D5E6CB944B}" presName="compNode" presStyleCnt="0"/>
      <dgm:spPr/>
    </dgm:pt>
    <dgm:pt modelId="{A65051BA-E20D-4B03-B907-352C2382F509}" type="pres">
      <dgm:prSet presAssocID="{1E697646-3853-433B-A686-A3D5E6CB944B}" presName="iconBgRect" presStyleLbl="bgShp" presStyleIdx="0" presStyleCnt="5"/>
      <dgm:spPr>
        <a:prstGeom prst="round2DiagRect">
          <a:avLst>
            <a:gd name="adj1" fmla="val 29727"/>
            <a:gd name="adj2" fmla="val 0"/>
          </a:avLst>
        </a:prstGeom>
      </dgm:spPr>
    </dgm:pt>
    <dgm:pt modelId="{2F693409-20A1-4053-9FFF-38260DC916A1}" type="pres">
      <dgm:prSet presAssocID="{1E697646-3853-433B-A686-A3D5E6CB944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les of Justice"/>
        </a:ext>
      </dgm:extLst>
    </dgm:pt>
    <dgm:pt modelId="{464B2E92-AE0C-4A0D-92BA-B9C03428F4A3}" type="pres">
      <dgm:prSet presAssocID="{1E697646-3853-433B-A686-A3D5E6CB944B}" presName="spaceRect" presStyleCnt="0"/>
      <dgm:spPr/>
    </dgm:pt>
    <dgm:pt modelId="{C72F857A-4B6D-45BC-900E-F183E32C4CD3}" type="pres">
      <dgm:prSet presAssocID="{1E697646-3853-433B-A686-A3D5E6CB944B}" presName="textRect" presStyleLbl="revTx" presStyleIdx="0" presStyleCnt="5">
        <dgm:presLayoutVars>
          <dgm:chMax val="1"/>
          <dgm:chPref val="1"/>
        </dgm:presLayoutVars>
      </dgm:prSet>
      <dgm:spPr/>
    </dgm:pt>
    <dgm:pt modelId="{EB52FD90-9178-40A0-911D-04EF69F635E2}" type="pres">
      <dgm:prSet presAssocID="{0D525A92-771D-4A35-8793-897053E25194}" presName="sibTrans" presStyleCnt="0"/>
      <dgm:spPr/>
    </dgm:pt>
    <dgm:pt modelId="{F6191E1D-7BEC-4206-A005-4EE65FED3FFB}" type="pres">
      <dgm:prSet presAssocID="{5F46F964-33E7-4FA4-B6C1-013464B0AD99}" presName="compNode" presStyleCnt="0"/>
      <dgm:spPr/>
    </dgm:pt>
    <dgm:pt modelId="{16512FF8-B814-480E-A0E3-7D8F9E6D89D4}" type="pres">
      <dgm:prSet presAssocID="{5F46F964-33E7-4FA4-B6C1-013464B0AD99}" presName="iconBgRect" presStyleLbl="bgShp" presStyleIdx="1" presStyleCnt="5"/>
      <dgm:spPr>
        <a:prstGeom prst="round2DiagRect">
          <a:avLst>
            <a:gd name="adj1" fmla="val 29727"/>
            <a:gd name="adj2" fmla="val 0"/>
          </a:avLst>
        </a:prstGeom>
      </dgm:spPr>
    </dgm:pt>
    <dgm:pt modelId="{47D4C897-F6E5-4B88-8731-F628471EA4A9}" type="pres">
      <dgm:prSet presAssocID="{5F46F964-33E7-4FA4-B6C1-013464B0AD99}"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09328BB2-22B8-4EC9-B7EA-6324479260BC}" type="pres">
      <dgm:prSet presAssocID="{5F46F964-33E7-4FA4-B6C1-013464B0AD99}" presName="spaceRect" presStyleCnt="0"/>
      <dgm:spPr/>
    </dgm:pt>
    <dgm:pt modelId="{45B40F23-D625-4C50-A02D-C037EE13DD58}" type="pres">
      <dgm:prSet presAssocID="{5F46F964-33E7-4FA4-B6C1-013464B0AD99}" presName="textRect" presStyleLbl="revTx" presStyleIdx="1" presStyleCnt="5">
        <dgm:presLayoutVars>
          <dgm:chMax val="1"/>
          <dgm:chPref val="1"/>
        </dgm:presLayoutVars>
      </dgm:prSet>
      <dgm:spPr/>
    </dgm:pt>
    <dgm:pt modelId="{A6427FD5-0511-4869-B97F-18ED3C0CB834}" type="pres">
      <dgm:prSet presAssocID="{2AA63E83-B47A-44D0-9B84-926ABB099634}" presName="sibTrans" presStyleCnt="0"/>
      <dgm:spPr/>
    </dgm:pt>
    <dgm:pt modelId="{584CB8B1-6B56-F140-9EB4-77F4606CC490}" type="pres">
      <dgm:prSet presAssocID="{F6011822-B09A-E145-A45C-E3BB789E002F}" presName="compNode" presStyleCnt="0"/>
      <dgm:spPr/>
    </dgm:pt>
    <dgm:pt modelId="{2C183DCB-58B7-3F47-86AC-835AEEC3EE84}" type="pres">
      <dgm:prSet presAssocID="{F6011822-B09A-E145-A45C-E3BB789E002F}" presName="iconBgRect" presStyleLbl="bgShp" presStyleIdx="2" presStyleCnt="5"/>
      <dgm:spPr>
        <a:prstGeom prst="round2DiagRect">
          <a:avLst>
            <a:gd name="adj1" fmla="val 29727"/>
            <a:gd name="adj2" fmla="val 0"/>
          </a:avLst>
        </a:prstGeom>
      </dgm:spPr>
    </dgm:pt>
    <dgm:pt modelId="{3109B0FB-3A50-2247-887D-835258CB5AF3}" type="pres">
      <dgm:prSet presAssocID="{F6011822-B09A-E145-A45C-E3BB789E002F}" presName="iconRect" presStyleLbl="node1" presStyleIdx="2" presStyleCnt="5"/>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dgm:spPr>
      <dgm:extLst>
        <a:ext uri="{E40237B7-FDA0-4F09-8148-C483321AD2D9}">
          <dgm14:cNvPr xmlns:dgm14="http://schemas.microsoft.com/office/drawing/2010/diagram" id="0" name="" descr="Gavel with solid fill"/>
        </a:ext>
      </dgm:extLst>
    </dgm:pt>
    <dgm:pt modelId="{4FF53665-64A7-C543-A0E3-1A7D5FD41EF3}" type="pres">
      <dgm:prSet presAssocID="{F6011822-B09A-E145-A45C-E3BB789E002F}" presName="spaceRect" presStyleCnt="0"/>
      <dgm:spPr/>
    </dgm:pt>
    <dgm:pt modelId="{DD9C8E6B-8B67-CE49-A73E-9F4689A0054D}" type="pres">
      <dgm:prSet presAssocID="{F6011822-B09A-E145-A45C-E3BB789E002F}" presName="textRect" presStyleLbl="revTx" presStyleIdx="2" presStyleCnt="5">
        <dgm:presLayoutVars>
          <dgm:chMax val="1"/>
          <dgm:chPref val="1"/>
        </dgm:presLayoutVars>
      </dgm:prSet>
      <dgm:spPr/>
    </dgm:pt>
    <dgm:pt modelId="{ADC503EF-13C5-594E-9CB7-E81EB3F53988}" type="pres">
      <dgm:prSet presAssocID="{DBE0E55D-FE73-BC4D-924E-0D9509A5A167}" presName="sibTrans" presStyleCnt="0"/>
      <dgm:spPr/>
    </dgm:pt>
    <dgm:pt modelId="{D7731253-DB2D-A54B-9236-8D2472E41F65}" type="pres">
      <dgm:prSet presAssocID="{FE091975-A8F5-D947-9112-D4C8360893BD}" presName="compNode" presStyleCnt="0"/>
      <dgm:spPr/>
    </dgm:pt>
    <dgm:pt modelId="{6B75A38D-98E2-D540-8CB6-8D315D6CA08A}" type="pres">
      <dgm:prSet presAssocID="{FE091975-A8F5-D947-9112-D4C8360893BD}" presName="iconBgRect" presStyleLbl="bgShp" presStyleIdx="3" presStyleCnt="5"/>
      <dgm:spPr>
        <a:prstGeom prst="round2DiagRect">
          <a:avLst>
            <a:gd name="adj1" fmla="val 29727"/>
            <a:gd name="adj2" fmla="val 0"/>
          </a:avLst>
        </a:prstGeom>
      </dgm:spPr>
    </dgm:pt>
    <dgm:pt modelId="{94FE6F66-5108-0749-8C05-56E4D8214E8A}" type="pres">
      <dgm:prSet presAssocID="{FE091975-A8F5-D947-9112-D4C8360893BD}" presName="iconRect" presStyleLbl="node1" presStyleIdx="3" presStyleCnt="5"/>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dgm:spPr>
      <dgm:extLst>
        <a:ext uri="{E40237B7-FDA0-4F09-8148-C483321AD2D9}">
          <dgm14:cNvPr xmlns:dgm14="http://schemas.microsoft.com/office/drawing/2010/diagram" id="0" name="" descr="Steering Wheel outline"/>
        </a:ext>
      </dgm:extLst>
    </dgm:pt>
    <dgm:pt modelId="{D4C267E9-8816-5747-9833-533373888301}" type="pres">
      <dgm:prSet presAssocID="{FE091975-A8F5-D947-9112-D4C8360893BD}" presName="spaceRect" presStyleCnt="0"/>
      <dgm:spPr/>
    </dgm:pt>
    <dgm:pt modelId="{18DF132B-D0F6-7249-9C46-EA84F19C5061}" type="pres">
      <dgm:prSet presAssocID="{FE091975-A8F5-D947-9112-D4C8360893BD}" presName="textRect" presStyleLbl="revTx" presStyleIdx="3" presStyleCnt="5">
        <dgm:presLayoutVars>
          <dgm:chMax val="1"/>
          <dgm:chPref val="1"/>
        </dgm:presLayoutVars>
      </dgm:prSet>
      <dgm:spPr/>
    </dgm:pt>
    <dgm:pt modelId="{B2682569-6B40-E24D-BA32-97B674D02AA3}" type="pres">
      <dgm:prSet presAssocID="{5D019FA4-F502-1340-A69E-348153EED881}" presName="sibTrans" presStyleCnt="0"/>
      <dgm:spPr/>
    </dgm:pt>
    <dgm:pt modelId="{EA3B33B8-A29C-9840-83F3-B1CE5F291CE3}" type="pres">
      <dgm:prSet presAssocID="{56B415C8-4A6E-A84F-824E-3D296F1ADE2E}" presName="compNode" presStyleCnt="0"/>
      <dgm:spPr/>
    </dgm:pt>
    <dgm:pt modelId="{1B13AABA-28A6-4C49-8590-85618B18F8D9}" type="pres">
      <dgm:prSet presAssocID="{56B415C8-4A6E-A84F-824E-3D296F1ADE2E}" presName="iconBgRect" presStyleLbl="bgShp" presStyleIdx="4" presStyleCnt="5"/>
      <dgm:spPr>
        <a:prstGeom prst="round2DiagRect">
          <a:avLst>
            <a:gd name="adj1" fmla="val 29727"/>
            <a:gd name="adj2" fmla="val 0"/>
          </a:avLst>
        </a:prstGeom>
      </dgm:spPr>
    </dgm:pt>
    <dgm:pt modelId="{F9CABCAF-A0AD-2F4C-8341-C2FA6FD3FA63}" type="pres">
      <dgm:prSet presAssocID="{56B415C8-4A6E-A84F-824E-3D296F1ADE2E}" presName="iconRect" presStyleLbl="node1" presStyleIdx="4" presStyleCnt="5"/>
      <dgm:spPr>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dgm:spPr>
      <dgm:extLst>
        <a:ext uri="{E40237B7-FDA0-4F09-8148-C483321AD2D9}">
          <dgm14:cNvPr xmlns:dgm14="http://schemas.microsoft.com/office/drawing/2010/diagram" id="0" name="" descr="Withering Tree with solid fill"/>
        </a:ext>
      </dgm:extLst>
    </dgm:pt>
    <dgm:pt modelId="{E7A20BE5-8D56-9445-B137-5B307DCE38EE}" type="pres">
      <dgm:prSet presAssocID="{56B415C8-4A6E-A84F-824E-3D296F1ADE2E}" presName="spaceRect" presStyleCnt="0"/>
      <dgm:spPr/>
    </dgm:pt>
    <dgm:pt modelId="{79219364-E95C-4344-B332-348A00EEEC10}" type="pres">
      <dgm:prSet presAssocID="{56B415C8-4A6E-A84F-824E-3D296F1ADE2E}" presName="textRect" presStyleLbl="revTx" presStyleIdx="4" presStyleCnt="5">
        <dgm:presLayoutVars>
          <dgm:chMax val="1"/>
          <dgm:chPref val="1"/>
        </dgm:presLayoutVars>
      </dgm:prSet>
      <dgm:spPr/>
    </dgm:pt>
  </dgm:ptLst>
  <dgm:cxnLst>
    <dgm:cxn modelId="{B8994E15-ECC3-43FD-A409-301F055C6AD4}" srcId="{B5281052-5C83-456A-B41D-93668700BD89}" destId="{1E697646-3853-433B-A686-A3D5E6CB944B}" srcOrd="0" destOrd="0" parTransId="{F4CE500E-9ED4-4D98-9A3C-EBDCD159F9B8}" sibTransId="{0D525A92-771D-4A35-8793-897053E25194}"/>
    <dgm:cxn modelId="{E9230223-3B90-3D4C-AA7A-1D16883DD56A}" type="presOf" srcId="{FE091975-A8F5-D947-9112-D4C8360893BD}" destId="{18DF132B-D0F6-7249-9C46-EA84F19C5061}" srcOrd="0" destOrd="0" presId="urn:microsoft.com/office/officeart/2018/5/layout/IconLeafLabelList"/>
    <dgm:cxn modelId="{C40EF530-5B9A-0E4A-900C-DFBDE38973C7}" type="presOf" srcId="{56B415C8-4A6E-A84F-824E-3D296F1ADE2E}" destId="{79219364-E95C-4344-B332-348A00EEEC10}" srcOrd="0" destOrd="0" presId="urn:microsoft.com/office/officeart/2018/5/layout/IconLeafLabelList"/>
    <dgm:cxn modelId="{1DB2F735-517F-E340-93EA-AF30D657CDF4}" srcId="{B5281052-5C83-456A-B41D-93668700BD89}" destId="{56B415C8-4A6E-A84F-824E-3D296F1ADE2E}" srcOrd="4" destOrd="0" parTransId="{5FCCC3A1-626F-8F45-9CBD-F20A9FCC882E}" sibTransId="{11665317-5096-C645-9AF1-F70AF4AC7284}"/>
    <dgm:cxn modelId="{AFFB4252-2788-EF47-8D74-57A7CBCB6693}" type="presOf" srcId="{1E697646-3853-433B-A686-A3D5E6CB944B}" destId="{C72F857A-4B6D-45BC-900E-F183E32C4CD3}" srcOrd="0" destOrd="0" presId="urn:microsoft.com/office/officeart/2018/5/layout/IconLeafLabelList"/>
    <dgm:cxn modelId="{01D2DB7B-F0FB-E943-8985-7C8346CD802A}" type="presOf" srcId="{F6011822-B09A-E145-A45C-E3BB789E002F}" destId="{DD9C8E6B-8B67-CE49-A73E-9F4689A0054D}" srcOrd="0" destOrd="0" presId="urn:microsoft.com/office/officeart/2018/5/layout/IconLeafLabelList"/>
    <dgm:cxn modelId="{D899CFB3-D04C-4E37-8272-28895E2D3EF2}" type="presOf" srcId="{B5281052-5C83-456A-B41D-93668700BD89}" destId="{0FB3AD77-3A02-4BB6-BF01-F2621DE89DE3}" srcOrd="0" destOrd="0" presId="urn:microsoft.com/office/officeart/2018/5/layout/IconLeafLabelList"/>
    <dgm:cxn modelId="{2D616AC7-BF66-B042-8A72-E60BE83B4797}" srcId="{B5281052-5C83-456A-B41D-93668700BD89}" destId="{F6011822-B09A-E145-A45C-E3BB789E002F}" srcOrd="2" destOrd="0" parTransId="{E74630F5-1AE0-B34A-A09C-B547D087E98E}" sibTransId="{DBE0E55D-FE73-BC4D-924E-0D9509A5A167}"/>
    <dgm:cxn modelId="{E59279D9-11C0-744A-B70A-DB41FE8AB226}" type="presOf" srcId="{5F46F964-33E7-4FA4-B6C1-013464B0AD99}" destId="{45B40F23-D625-4C50-A02D-C037EE13DD58}" srcOrd="0" destOrd="0" presId="urn:microsoft.com/office/officeart/2018/5/layout/IconLeafLabelList"/>
    <dgm:cxn modelId="{32C5DCE9-2195-CD43-8234-57A66667E17B}" srcId="{B5281052-5C83-456A-B41D-93668700BD89}" destId="{FE091975-A8F5-D947-9112-D4C8360893BD}" srcOrd="3" destOrd="0" parTransId="{84584017-DCB0-6140-97B4-EA9E23DB33B2}" sibTransId="{5D019FA4-F502-1340-A69E-348153EED881}"/>
    <dgm:cxn modelId="{070F7CFD-CEF8-44D6-ACC6-0D63137B07D7}" srcId="{B5281052-5C83-456A-B41D-93668700BD89}" destId="{5F46F964-33E7-4FA4-B6C1-013464B0AD99}" srcOrd="1" destOrd="0" parTransId="{47C7B991-32DA-4304-B3F9-B574BCC2C4AC}" sibTransId="{2AA63E83-B47A-44D0-9B84-926ABB099634}"/>
    <dgm:cxn modelId="{AE3AB393-F3EE-1547-B876-8BF69E8BD5D2}" type="presParOf" srcId="{0FB3AD77-3A02-4BB6-BF01-F2621DE89DE3}" destId="{549DF8D1-2C35-49A3-B7AA-E84D02BEBADE}" srcOrd="0" destOrd="0" presId="urn:microsoft.com/office/officeart/2018/5/layout/IconLeafLabelList"/>
    <dgm:cxn modelId="{A17BD3BE-BBEA-7F49-B4C5-17BD93B9E46A}" type="presParOf" srcId="{549DF8D1-2C35-49A3-B7AA-E84D02BEBADE}" destId="{A65051BA-E20D-4B03-B907-352C2382F509}" srcOrd="0" destOrd="0" presId="urn:microsoft.com/office/officeart/2018/5/layout/IconLeafLabelList"/>
    <dgm:cxn modelId="{52AF2A18-384D-4442-B826-62D83D2AA4FE}" type="presParOf" srcId="{549DF8D1-2C35-49A3-B7AA-E84D02BEBADE}" destId="{2F693409-20A1-4053-9FFF-38260DC916A1}" srcOrd="1" destOrd="0" presId="urn:microsoft.com/office/officeart/2018/5/layout/IconLeafLabelList"/>
    <dgm:cxn modelId="{FAC3A464-A4F6-124F-A685-D8B238AB0FE0}" type="presParOf" srcId="{549DF8D1-2C35-49A3-B7AA-E84D02BEBADE}" destId="{464B2E92-AE0C-4A0D-92BA-B9C03428F4A3}" srcOrd="2" destOrd="0" presId="urn:microsoft.com/office/officeart/2018/5/layout/IconLeafLabelList"/>
    <dgm:cxn modelId="{319ECA68-A0C0-8343-962B-47B05EEAB602}" type="presParOf" srcId="{549DF8D1-2C35-49A3-B7AA-E84D02BEBADE}" destId="{C72F857A-4B6D-45BC-900E-F183E32C4CD3}" srcOrd="3" destOrd="0" presId="urn:microsoft.com/office/officeart/2018/5/layout/IconLeafLabelList"/>
    <dgm:cxn modelId="{CC4D7BE1-EE6F-F449-BAAE-65A6E89FE5A5}" type="presParOf" srcId="{0FB3AD77-3A02-4BB6-BF01-F2621DE89DE3}" destId="{EB52FD90-9178-40A0-911D-04EF69F635E2}" srcOrd="1" destOrd="0" presId="urn:microsoft.com/office/officeart/2018/5/layout/IconLeafLabelList"/>
    <dgm:cxn modelId="{67A2BBAD-0F29-4F46-A14B-F97270240FD6}" type="presParOf" srcId="{0FB3AD77-3A02-4BB6-BF01-F2621DE89DE3}" destId="{F6191E1D-7BEC-4206-A005-4EE65FED3FFB}" srcOrd="2" destOrd="0" presId="urn:microsoft.com/office/officeart/2018/5/layout/IconLeafLabelList"/>
    <dgm:cxn modelId="{68502D19-6968-F245-96C5-40C734C68647}" type="presParOf" srcId="{F6191E1D-7BEC-4206-A005-4EE65FED3FFB}" destId="{16512FF8-B814-480E-A0E3-7D8F9E6D89D4}" srcOrd="0" destOrd="0" presId="urn:microsoft.com/office/officeart/2018/5/layout/IconLeafLabelList"/>
    <dgm:cxn modelId="{756A5D95-3A2F-AA40-9CB1-34A12AFCDE2E}" type="presParOf" srcId="{F6191E1D-7BEC-4206-A005-4EE65FED3FFB}" destId="{47D4C897-F6E5-4B88-8731-F628471EA4A9}" srcOrd="1" destOrd="0" presId="urn:microsoft.com/office/officeart/2018/5/layout/IconLeafLabelList"/>
    <dgm:cxn modelId="{CBA99308-5521-C54C-BB96-EF9DB61D345E}" type="presParOf" srcId="{F6191E1D-7BEC-4206-A005-4EE65FED3FFB}" destId="{09328BB2-22B8-4EC9-B7EA-6324479260BC}" srcOrd="2" destOrd="0" presId="urn:microsoft.com/office/officeart/2018/5/layout/IconLeafLabelList"/>
    <dgm:cxn modelId="{453BA1A2-19BA-7041-8B15-39B268D196F6}" type="presParOf" srcId="{F6191E1D-7BEC-4206-A005-4EE65FED3FFB}" destId="{45B40F23-D625-4C50-A02D-C037EE13DD58}" srcOrd="3" destOrd="0" presId="urn:microsoft.com/office/officeart/2018/5/layout/IconLeafLabelList"/>
    <dgm:cxn modelId="{EC8FB4AF-4B8A-9245-8016-FEF03D8A5A71}" type="presParOf" srcId="{0FB3AD77-3A02-4BB6-BF01-F2621DE89DE3}" destId="{A6427FD5-0511-4869-B97F-18ED3C0CB834}" srcOrd="3" destOrd="0" presId="urn:microsoft.com/office/officeart/2018/5/layout/IconLeafLabelList"/>
    <dgm:cxn modelId="{22149AB1-7BF3-1549-A717-D8898ECF714D}" type="presParOf" srcId="{0FB3AD77-3A02-4BB6-BF01-F2621DE89DE3}" destId="{584CB8B1-6B56-F140-9EB4-77F4606CC490}" srcOrd="4" destOrd="0" presId="urn:microsoft.com/office/officeart/2018/5/layout/IconLeafLabelList"/>
    <dgm:cxn modelId="{9CF48467-D8A3-1548-9EFA-32652D557EAE}" type="presParOf" srcId="{584CB8B1-6B56-F140-9EB4-77F4606CC490}" destId="{2C183DCB-58B7-3F47-86AC-835AEEC3EE84}" srcOrd="0" destOrd="0" presId="urn:microsoft.com/office/officeart/2018/5/layout/IconLeafLabelList"/>
    <dgm:cxn modelId="{7B62531D-7465-4F4A-9665-198654B05672}" type="presParOf" srcId="{584CB8B1-6B56-F140-9EB4-77F4606CC490}" destId="{3109B0FB-3A50-2247-887D-835258CB5AF3}" srcOrd="1" destOrd="0" presId="urn:microsoft.com/office/officeart/2018/5/layout/IconLeafLabelList"/>
    <dgm:cxn modelId="{41232CD6-2596-A14C-8A5C-533368803C89}" type="presParOf" srcId="{584CB8B1-6B56-F140-9EB4-77F4606CC490}" destId="{4FF53665-64A7-C543-A0E3-1A7D5FD41EF3}" srcOrd="2" destOrd="0" presId="urn:microsoft.com/office/officeart/2018/5/layout/IconLeafLabelList"/>
    <dgm:cxn modelId="{23ED642F-05E9-784B-9E96-2A39295E1D6D}" type="presParOf" srcId="{584CB8B1-6B56-F140-9EB4-77F4606CC490}" destId="{DD9C8E6B-8B67-CE49-A73E-9F4689A0054D}" srcOrd="3" destOrd="0" presId="urn:microsoft.com/office/officeart/2018/5/layout/IconLeafLabelList"/>
    <dgm:cxn modelId="{887320A8-558F-EF4B-B58A-7089C9B5C800}" type="presParOf" srcId="{0FB3AD77-3A02-4BB6-BF01-F2621DE89DE3}" destId="{ADC503EF-13C5-594E-9CB7-E81EB3F53988}" srcOrd="5" destOrd="0" presId="urn:microsoft.com/office/officeart/2018/5/layout/IconLeafLabelList"/>
    <dgm:cxn modelId="{183B0923-0E59-6248-93F7-C7AF67A85003}" type="presParOf" srcId="{0FB3AD77-3A02-4BB6-BF01-F2621DE89DE3}" destId="{D7731253-DB2D-A54B-9236-8D2472E41F65}" srcOrd="6" destOrd="0" presId="urn:microsoft.com/office/officeart/2018/5/layout/IconLeafLabelList"/>
    <dgm:cxn modelId="{2E1E588A-4155-5249-9586-EBF7B6F70CE1}" type="presParOf" srcId="{D7731253-DB2D-A54B-9236-8D2472E41F65}" destId="{6B75A38D-98E2-D540-8CB6-8D315D6CA08A}" srcOrd="0" destOrd="0" presId="urn:microsoft.com/office/officeart/2018/5/layout/IconLeafLabelList"/>
    <dgm:cxn modelId="{83FCACBD-2349-414D-99D4-BF1B270F1E70}" type="presParOf" srcId="{D7731253-DB2D-A54B-9236-8D2472E41F65}" destId="{94FE6F66-5108-0749-8C05-56E4D8214E8A}" srcOrd="1" destOrd="0" presId="urn:microsoft.com/office/officeart/2018/5/layout/IconLeafLabelList"/>
    <dgm:cxn modelId="{466AB274-9E5C-D141-B180-20A5ABA649DE}" type="presParOf" srcId="{D7731253-DB2D-A54B-9236-8D2472E41F65}" destId="{D4C267E9-8816-5747-9833-533373888301}" srcOrd="2" destOrd="0" presId="urn:microsoft.com/office/officeart/2018/5/layout/IconLeafLabelList"/>
    <dgm:cxn modelId="{E283E8A3-2A17-C545-881A-BA0FAA099FBB}" type="presParOf" srcId="{D7731253-DB2D-A54B-9236-8D2472E41F65}" destId="{18DF132B-D0F6-7249-9C46-EA84F19C5061}" srcOrd="3" destOrd="0" presId="urn:microsoft.com/office/officeart/2018/5/layout/IconLeafLabelList"/>
    <dgm:cxn modelId="{5A71B20C-3BE1-684F-B889-7C8C91108626}" type="presParOf" srcId="{0FB3AD77-3A02-4BB6-BF01-F2621DE89DE3}" destId="{B2682569-6B40-E24D-BA32-97B674D02AA3}" srcOrd="7" destOrd="0" presId="urn:microsoft.com/office/officeart/2018/5/layout/IconLeafLabelList"/>
    <dgm:cxn modelId="{205DAB86-C930-FC4D-9E74-2ABA5E330984}" type="presParOf" srcId="{0FB3AD77-3A02-4BB6-BF01-F2621DE89DE3}" destId="{EA3B33B8-A29C-9840-83F3-B1CE5F291CE3}" srcOrd="8" destOrd="0" presId="urn:microsoft.com/office/officeart/2018/5/layout/IconLeafLabelList"/>
    <dgm:cxn modelId="{6D13A16A-EF4E-6F4F-B723-C4287E3FC2CD}" type="presParOf" srcId="{EA3B33B8-A29C-9840-83F3-B1CE5F291CE3}" destId="{1B13AABA-28A6-4C49-8590-85618B18F8D9}" srcOrd="0" destOrd="0" presId="urn:microsoft.com/office/officeart/2018/5/layout/IconLeafLabelList"/>
    <dgm:cxn modelId="{59833DE5-56DE-214B-8C79-3A4361F4827E}" type="presParOf" srcId="{EA3B33B8-A29C-9840-83F3-B1CE5F291CE3}" destId="{F9CABCAF-A0AD-2F4C-8341-C2FA6FD3FA63}" srcOrd="1" destOrd="0" presId="urn:microsoft.com/office/officeart/2018/5/layout/IconLeafLabelList"/>
    <dgm:cxn modelId="{CC77F1F8-A419-3E4A-9098-3A013A653647}" type="presParOf" srcId="{EA3B33B8-A29C-9840-83F3-B1CE5F291CE3}" destId="{E7A20BE5-8D56-9445-B137-5B307DCE38EE}" srcOrd="2" destOrd="0" presId="urn:microsoft.com/office/officeart/2018/5/layout/IconLeafLabelList"/>
    <dgm:cxn modelId="{77953494-E649-DF4E-B4B3-CFD9B77116C0}" type="presParOf" srcId="{EA3B33B8-A29C-9840-83F3-B1CE5F291CE3}" destId="{79219364-E95C-4344-B332-348A00EEEC10}"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C52776D-2E9B-42F1-A8BD-BDEB70055710}"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F61C234A-0857-4DDE-8B1C-3763B35BAEC9}">
      <dgm:prSet/>
      <dgm:spPr/>
      <dgm:t>
        <a:bodyPr/>
        <a:lstStyle/>
        <a:p>
          <a:pPr>
            <a:defRPr cap="all"/>
          </a:pPr>
          <a:r>
            <a:rPr lang="en-US" cap="all" baseline="0" dirty="0"/>
            <a:t>Desensitizing and protecting sensitive information</a:t>
          </a:r>
        </a:p>
      </dgm:t>
    </dgm:pt>
    <dgm:pt modelId="{AEB4C0CC-D55F-4EA1-8CFE-A23401A87250}" type="parTrans" cxnId="{8D41AD15-3CAF-443B-8A83-2D1B6AA2D5C5}">
      <dgm:prSet/>
      <dgm:spPr/>
      <dgm:t>
        <a:bodyPr/>
        <a:lstStyle/>
        <a:p>
          <a:endParaRPr lang="en-US"/>
        </a:p>
      </dgm:t>
    </dgm:pt>
    <dgm:pt modelId="{E727109B-26DA-456B-8BBA-722AEADD1032}" type="sibTrans" cxnId="{8D41AD15-3CAF-443B-8A83-2D1B6AA2D5C5}">
      <dgm:prSet/>
      <dgm:spPr/>
      <dgm:t>
        <a:bodyPr/>
        <a:lstStyle/>
        <a:p>
          <a:endParaRPr lang="en-US"/>
        </a:p>
      </dgm:t>
    </dgm:pt>
    <dgm:pt modelId="{BF188599-EEF2-4079-9E55-8277E7395C71}">
      <dgm:prSet/>
      <dgm:spPr/>
      <dgm:t>
        <a:bodyPr/>
        <a:lstStyle/>
        <a:p>
          <a:pPr>
            <a:defRPr cap="all"/>
          </a:pPr>
          <a:r>
            <a:rPr lang="en-US" cap="all" baseline="0" dirty="0"/>
            <a:t>Training algorithm to prevent AI or machine learning bias USING A predictive MODEL or IF IT IS used to guide any decision affecting societal OUTCOME.</a:t>
          </a:r>
        </a:p>
      </dgm:t>
    </dgm:pt>
    <dgm:pt modelId="{8F25F78A-7A91-4367-AC17-6DCC8D934EB8}" type="parTrans" cxnId="{4D101001-D91C-46D5-B319-EB76F5DBECA5}">
      <dgm:prSet/>
      <dgm:spPr/>
      <dgm:t>
        <a:bodyPr/>
        <a:lstStyle/>
        <a:p>
          <a:endParaRPr lang="en-US"/>
        </a:p>
      </dgm:t>
    </dgm:pt>
    <dgm:pt modelId="{4ADE1BF8-CD98-4494-891C-F36EAED1EC9F}" type="sibTrans" cxnId="{4D101001-D91C-46D5-B319-EB76F5DBECA5}">
      <dgm:prSet/>
      <dgm:spPr/>
      <dgm:t>
        <a:bodyPr/>
        <a:lstStyle/>
        <a:p>
          <a:endParaRPr lang="en-US"/>
        </a:p>
      </dgm:t>
    </dgm:pt>
    <dgm:pt modelId="{92A9A2D7-73DE-4A6D-A09E-A15181B0DD42}" type="pres">
      <dgm:prSet presAssocID="{CC52776D-2E9B-42F1-A8BD-BDEB70055710}" presName="root" presStyleCnt="0">
        <dgm:presLayoutVars>
          <dgm:dir/>
          <dgm:resizeHandles val="exact"/>
        </dgm:presLayoutVars>
      </dgm:prSet>
      <dgm:spPr/>
    </dgm:pt>
    <dgm:pt modelId="{12C55606-07FE-4957-BE2D-E7F989084FC0}" type="pres">
      <dgm:prSet presAssocID="{F61C234A-0857-4DDE-8B1C-3763B35BAEC9}" presName="compNode" presStyleCnt="0"/>
      <dgm:spPr/>
    </dgm:pt>
    <dgm:pt modelId="{886DD2D0-728E-46C4-8028-CF70DAA18DFE}" type="pres">
      <dgm:prSet presAssocID="{F61C234A-0857-4DDE-8B1C-3763B35BAEC9}" presName="iconBgRect" presStyleLbl="bgShp" presStyleIdx="0" presStyleCnt="2"/>
      <dgm:spPr>
        <a:prstGeom prst="round2DiagRect">
          <a:avLst>
            <a:gd name="adj1" fmla="val 29727"/>
            <a:gd name="adj2" fmla="val 0"/>
          </a:avLst>
        </a:prstGeom>
      </dgm:spPr>
    </dgm:pt>
    <dgm:pt modelId="{239923B6-90EC-4A1B-9511-899F0EEC5AA3}" type="pres">
      <dgm:prSet presAssocID="{F61C234A-0857-4DDE-8B1C-3763B35BAEC9}"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ock"/>
        </a:ext>
      </dgm:extLst>
    </dgm:pt>
    <dgm:pt modelId="{8054AB60-32B3-4C25-8693-AC69DF08C8DC}" type="pres">
      <dgm:prSet presAssocID="{F61C234A-0857-4DDE-8B1C-3763B35BAEC9}" presName="spaceRect" presStyleCnt="0"/>
      <dgm:spPr/>
    </dgm:pt>
    <dgm:pt modelId="{17EA5BC0-5258-4061-9246-31227C2EB43C}" type="pres">
      <dgm:prSet presAssocID="{F61C234A-0857-4DDE-8B1C-3763B35BAEC9}" presName="textRect" presStyleLbl="revTx" presStyleIdx="0" presStyleCnt="2">
        <dgm:presLayoutVars>
          <dgm:chMax val="1"/>
          <dgm:chPref val="1"/>
        </dgm:presLayoutVars>
      </dgm:prSet>
      <dgm:spPr/>
    </dgm:pt>
    <dgm:pt modelId="{83F1A4C6-E450-4E1A-B4FB-D83276D543A1}" type="pres">
      <dgm:prSet presAssocID="{E727109B-26DA-456B-8BBA-722AEADD1032}" presName="sibTrans" presStyleCnt="0"/>
      <dgm:spPr/>
    </dgm:pt>
    <dgm:pt modelId="{2217344C-C76C-4A48-A1A4-A9DCEE5ABEBD}" type="pres">
      <dgm:prSet presAssocID="{BF188599-EEF2-4079-9E55-8277E7395C71}" presName="compNode" presStyleCnt="0"/>
      <dgm:spPr/>
    </dgm:pt>
    <dgm:pt modelId="{3AB8750C-2A90-407E-AE42-7E3201ED8050}" type="pres">
      <dgm:prSet presAssocID="{BF188599-EEF2-4079-9E55-8277E7395C71}" presName="iconBgRect" presStyleLbl="bgShp" presStyleIdx="1" presStyleCnt="2"/>
      <dgm:spPr>
        <a:prstGeom prst="round2DiagRect">
          <a:avLst>
            <a:gd name="adj1" fmla="val 29727"/>
            <a:gd name="adj2" fmla="val 0"/>
          </a:avLst>
        </a:prstGeom>
      </dgm:spPr>
    </dgm:pt>
    <dgm:pt modelId="{E2A1A148-3491-468A-8B79-3A4EA548F481}" type="pres">
      <dgm:prSet presAssocID="{BF188599-EEF2-4079-9E55-8277E7395C71}"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ar chart"/>
        </a:ext>
      </dgm:extLst>
    </dgm:pt>
    <dgm:pt modelId="{F3EA588D-C052-4342-85D4-DB81C8FD907E}" type="pres">
      <dgm:prSet presAssocID="{BF188599-EEF2-4079-9E55-8277E7395C71}" presName="spaceRect" presStyleCnt="0"/>
      <dgm:spPr/>
    </dgm:pt>
    <dgm:pt modelId="{CA396ABD-6F52-43C8-9F9A-BE3E490E8CD9}" type="pres">
      <dgm:prSet presAssocID="{BF188599-EEF2-4079-9E55-8277E7395C71}" presName="textRect" presStyleLbl="revTx" presStyleIdx="1" presStyleCnt="2">
        <dgm:presLayoutVars>
          <dgm:chMax val="1"/>
          <dgm:chPref val="1"/>
        </dgm:presLayoutVars>
      </dgm:prSet>
      <dgm:spPr/>
    </dgm:pt>
  </dgm:ptLst>
  <dgm:cxnLst>
    <dgm:cxn modelId="{4D101001-D91C-46D5-B319-EB76F5DBECA5}" srcId="{CC52776D-2E9B-42F1-A8BD-BDEB70055710}" destId="{BF188599-EEF2-4079-9E55-8277E7395C71}" srcOrd="1" destOrd="0" parTransId="{8F25F78A-7A91-4367-AC17-6DCC8D934EB8}" sibTransId="{4ADE1BF8-CD98-4494-891C-F36EAED1EC9F}"/>
    <dgm:cxn modelId="{8D41AD15-3CAF-443B-8A83-2D1B6AA2D5C5}" srcId="{CC52776D-2E9B-42F1-A8BD-BDEB70055710}" destId="{F61C234A-0857-4DDE-8B1C-3763B35BAEC9}" srcOrd="0" destOrd="0" parTransId="{AEB4C0CC-D55F-4EA1-8CFE-A23401A87250}" sibTransId="{E727109B-26DA-456B-8BBA-722AEADD1032}"/>
    <dgm:cxn modelId="{714EC033-DCA1-4EF3-9798-7F761740AC40}" type="presOf" srcId="{CC52776D-2E9B-42F1-A8BD-BDEB70055710}" destId="{92A9A2D7-73DE-4A6D-A09E-A15181B0DD42}" srcOrd="0" destOrd="0" presId="urn:microsoft.com/office/officeart/2018/5/layout/IconLeafLabelList"/>
    <dgm:cxn modelId="{F75C5B98-E03B-4C18-B365-6F6A52491F65}" type="presOf" srcId="{F61C234A-0857-4DDE-8B1C-3763B35BAEC9}" destId="{17EA5BC0-5258-4061-9246-31227C2EB43C}" srcOrd="0" destOrd="0" presId="urn:microsoft.com/office/officeart/2018/5/layout/IconLeafLabelList"/>
    <dgm:cxn modelId="{D1DB5CE8-5B13-4097-8646-51864FD76782}" type="presOf" srcId="{BF188599-EEF2-4079-9E55-8277E7395C71}" destId="{CA396ABD-6F52-43C8-9F9A-BE3E490E8CD9}" srcOrd="0" destOrd="0" presId="urn:microsoft.com/office/officeart/2018/5/layout/IconLeafLabelList"/>
    <dgm:cxn modelId="{A8090C61-10ED-4B6B-BD71-B285D5A787C7}" type="presParOf" srcId="{92A9A2D7-73DE-4A6D-A09E-A15181B0DD42}" destId="{12C55606-07FE-4957-BE2D-E7F989084FC0}" srcOrd="0" destOrd="0" presId="urn:microsoft.com/office/officeart/2018/5/layout/IconLeafLabelList"/>
    <dgm:cxn modelId="{D38F76BB-6166-4BE0-B7C0-9CC23B660FBC}" type="presParOf" srcId="{12C55606-07FE-4957-BE2D-E7F989084FC0}" destId="{886DD2D0-728E-46C4-8028-CF70DAA18DFE}" srcOrd="0" destOrd="0" presId="urn:microsoft.com/office/officeart/2018/5/layout/IconLeafLabelList"/>
    <dgm:cxn modelId="{E34D2086-2C39-42C1-A20D-BA11A6DF00BB}" type="presParOf" srcId="{12C55606-07FE-4957-BE2D-E7F989084FC0}" destId="{239923B6-90EC-4A1B-9511-899F0EEC5AA3}" srcOrd="1" destOrd="0" presId="urn:microsoft.com/office/officeart/2018/5/layout/IconLeafLabelList"/>
    <dgm:cxn modelId="{AC69B9F1-7E50-42AB-A3C7-2A3E667278BE}" type="presParOf" srcId="{12C55606-07FE-4957-BE2D-E7F989084FC0}" destId="{8054AB60-32B3-4C25-8693-AC69DF08C8DC}" srcOrd="2" destOrd="0" presId="urn:microsoft.com/office/officeart/2018/5/layout/IconLeafLabelList"/>
    <dgm:cxn modelId="{57C81134-1853-4551-B367-5DC0AEB8D2A6}" type="presParOf" srcId="{12C55606-07FE-4957-BE2D-E7F989084FC0}" destId="{17EA5BC0-5258-4061-9246-31227C2EB43C}" srcOrd="3" destOrd="0" presId="urn:microsoft.com/office/officeart/2018/5/layout/IconLeafLabelList"/>
    <dgm:cxn modelId="{D0FB8899-B3EE-4774-89EF-379030F27CBF}" type="presParOf" srcId="{92A9A2D7-73DE-4A6D-A09E-A15181B0DD42}" destId="{83F1A4C6-E450-4E1A-B4FB-D83276D543A1}" srcOrd="1" destOrd="0" presId="urn:microsoft.com/office/officeart/2018/5/layout/IconLeafLabelList"/>
    <dgm:cxn modelId="{2173F414-53FD-4447-AF6A-7CA115893535}" type="presParOf" srcId="{92A9A2D7-73DE-4A6D-A09E-A15181B0DD42}" destId="{2217344C-C76C-4A48-A1A4-A9DCEE5ABEBD}" srcOrd="2" destOrd="0" presId="urn:microsoft.com/office/officeart/2018/5/layout/IconLeafLabelList"/>
    <dgm:cxn modelId="{218C07B2-8DB3-41F8-A019-9ABA5675805A}" type="presParOf" srcId="{2217344C-C76C-4A48-A1A4-A9DCEE5ABEBD}" destId="{3AB8750C-2A90-407E-AE42-7E3201ED8050}" srcOrd="0" destOrd="0" presId="urn:microsoft.com/office/officeart/2018/5/layout/IconLeafLabelList"/>
    <dgm:cxn modelId="{D955D83D-1410-4FA3-B004-EB9ACD391CCB}" type="presParOf" srcId="{2217344C-C76C-4A48-A1A4-A9DCEE5ABEBD}" destId="{E2A1A148-3491-468A-8B79-3A4EA548F481}" srcOrd="1" destOrd="0" presId="urn:microsoft.com/office/officeart/2018/5/layout/IconLeafLabelList"/>
    <dgm:cxn modelId="{7AE3E25E-E8BF-4A59-AC84-0000FD6492F8}" type="presParOf" srcId="{2217344C-C76C-4A48-A1A4-A9DCEE5ABEBD}" destId="{F3EA588D-C052-4342-85D4-DB81C8FD907E}" srcOrd="2" destOrd="0" presId="urn:microsoft.com/office/officeart/2018/5/layout/IconLeafLabelList"/>
    <dgm:cxn modelId="{2F151748-0628-487E-9C88-B97FC05D3A86}" type="presParOf" srcId="{2217344C-C76C-4A48-A1A4-A9DCEE5ABEBD}" destId="{CA396ABD-6F52-43C8-9F9A-BE3E490E8CD9}"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9AAD27-495C-4D4C-942E-4E7E5E02E2A3}">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0C18C8-F202-42C8-AC9F-FBCCF5613050}">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US" sz="3200" b="1" kern="1200" dirty="0"/>
            <a:t>Name: Isaac Adebayo </a:t>
          </a:r>
          <a:endParaRPr lang="en-US" sz="3200" kern="1200" dirty="0"/>
        </a:p>
      </dsp:txBody>
      <dsp:txXfrm>
        <a:off x="765914" y="2943510"/>
        <a:ext cx="4320000" cy="720000"/>
      </dsp:txXfrm>
    </dsp:sp>
    <dsp:sp modelId="{200E8D6E-7DA6-4AA4-8B72-719E03533CFE}">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659F8E4-64F6-48F1-8620-A7E2E4DD9B75}">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422400">
            <a:lnSpc>
              <a:spcPct val="100000"/>
            </a:lnSpc>
            <a:spcBef>
              <a:spcPct val="0"/>
            </a:spcBef>
            <a:spcAft>
              <a:spcPct val="35000"/>
            </a:spcAft>
            <a:buNone/>
          </a:pPr>
          <a:r>
            <a:rPr lang="en-US" sz="3200" kern="1200" dirty="0"/>
            <a:t>Date: February 5</a:t>
          </a:r>
          <a:r>
            <a:rPr lang="en-US" sz="3200" kern="1200" baseline="30000" dirty="0"/>
            <a:t>th</a:t>
          </a:r>
          <a:r>
            <a:rPr lang="en-US" sz="3200" kern="1200" dirty="0"/>
            <a:t>, 2026</a:t>
          </a:r>
        </a:p>
      </dsp:txBody>
      <dsp:txXfrm>
        <a:off x="5841914" y="2943510"/>
        <a:ext cx="432000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F857C8-666E-41D9-A409-E04CCE8690D7}">
      <dsp:nvSpPr>
        <dsp:cNvPr id="0" name=""/>
        <dsp:cNvSpPr/>
      </dsp:nvSpPr>
      <dsp:spPr>
        <a:xfrm>
          <a:off x="564387" y="29670"/>
          <a:ext cx="1510523" cy="148995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E2CAC0-3B4C-4FC4-B07A-65DA375327E4}">
      <dsp:nvSpPr>
        <dsp:cNvPr id="0" name=""/>
        <dsp:cNvSpPr/>
      </dsp:nvSpPr>
      <dsp:spPr>
        <a:xfrm>
          <a:off x="564387" y="1704445"/>
          <a:ext cx="4315781" cy="638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Ethics (philosophical or moral view)</a:t>
          </a:r>
        </a:p>
      </dsp:txBody>
      <dsp:txXfrm>
        <a:off x="564387" y="1704445"/>
        <a:ext cx="4315781" cy="638551"/>
      </dsp:txXfrm>
    </dsp:sp>
    <dsp:sp modelId="{32F6B4BF-1944-4627-A9FC-49F1FE310ACA}">
      <dsp:nvSpPr>
        <dsp:cNvPr id="0" name=""/>
        <dsp:cNvSpPr/>
      </dsp:nvSpPr>
      <dsp:spPr>
        <a:xfrm>
          <a:off x="564387" y="2428960"/>
          <a:ext cx="4315781" cy="18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a:t>Ethics is the moral subjective view on what is inherently right or wrong, moral or immoral and how this principles shape societal outcome</a:t>
          </a:r>
        </a:p>
      </dsp:txBody>
      <dsp:txXfrm>
        <a:off x="564387" y="2428960"/>
        <a:ext cx="4315781" cy="1898893"/>
      </dsp:txXfrm>
    </dsp:sp>
    <dsp:sp modelId="{FBFC9C66-9E1A-4850-BEE2-0A577100CDA9}">
      <dsp:nvSpPr>
        <dsp:cNvPr id="0" name=""/>
        <dsp:cNvSpPr/>
      </dsp:nvSpPr>
      <dsp:spPr>
        <a:xfrm>
          <a:off x="5635430" y="29670"/>
          <a:ext cx="1510523" cy="148995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C315E1E-FF10-4D8F-B558-422FAAECD74E}">
      <dsp:nvSpPr>
        <dsp:cNvPr id="0" name=""/>
        <dsp:cNvSpPr/>
      </dsp:nvSpPr>
      <dsp:spPr>
        <a:xfrm>
          <a:off x="5635430" y="1704445"/>
          <a:ext cx="4315781" cy="6385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None/>
            <a:defRPr b="1"/>
          </a:pPr>
          <a:r>
            <a:rPr lang="en-US" sz="1400" kern="1200"/>
            <a:t>Who is responsible for enforcing ethical principles (users, government, or service provider)</a:t>
          </a:r>
        </a:p>
      </dsp:txBody>
      <dsp:txXfrm>
        <a:off x="5635430" y="1704445"/>
        <a:ext cx="4315781" cy="638551"/>
      </dsp:txXfrm>
    </dsp:sp>
    <dsp:sp modelId="{6E05AC14-BCD5-4F09-94F5-FBD20E45C61C}">
      <dsp:nvSpPr>
        <dsp:cNvPr id="0" name=""/>
        <dsp:cNvSpPr/>
      </dsp:nvSpPr>
      <dsp:spPr>
        <a:xfrm>
          <a:off x="5635430" y="2428960"/>
          <a:ext cx="4315781" cy="18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100000"/>
            </a:lnSpc>
            <a:spcBef>
              <a:spcPct val="0"/>
            </a:spcBef>
            <a:spcAft>
              <a:spcPct val="35000"/>
            </a:spcAft>
            <a:buNone/>
          </a:pPr>
          <a:r>
            <a:rPr lang="en-US" sz="1100" kern="1200" dirty="0"/>
            <a:t>The deliberation of who is responsible for ensuring ethical principles are followed is always evolving. </a:t>
          </a:r>
        </a:p>
        <a:p>
          <a:pPr marL="0" lvl="0" indent="0" algn="l" defTabSz="488950">
            <a:lnSpc>
              <a:spcPct val="100000"/>
            </a:lnSpc>
            <a:spcBef>
              <a:spcPct val="0"/>
            </a:spcBef>
            <a:spcAft>
              <a:spcPct val="35000"/>
            </a:spcAft>
            <a:buNone/>
          </a:pPr>
          <a:r>
            <a:rPr lang="en-US" sz="1100" kern="1200" dirty="0"/>
            <a:t>However, the three major participants are governmental bodies, the user who data is generated from and service providers that collect various data. </a:t>
          </a:r>
        </a:p>
        <a:p>
          <a:pPr marL="0" lvl="0" indent="0" algn="l" defTabSz="488950">
            <a:lnSpc>
              <a:spcPct val="100000"/>
            </a:lnSpc>
            <a:spcBef>
              <a:spcPct val="0"/>
            </a:spcBef>
            <a:spcAft>
              <a:spcPct val="35000"/>
            </a:spcAft>
            <a:buNone/>
          </a:pPr>
          <a:r>
            <a:rPr lang="en-US" sz="1100" kern="1200" dirty="0"/>
            <a:t>Governmental entities are responsible for enacting laws required to protect data and enforcing violations that impede ethical guidelines. </a:t>
          </a:r>
        </a:p>
        <a:p>
          <a:pPr marL="0" lvl="0" indent="0" algn="l" defTabSz="488950">
            <a:lnSpc>
              <a:spcPct val="100000"/>
            </a:lnSpc>
            <a:spcBef>
              <a:spcPct val="0"/>
            </a:spcBef>
            <a:spcAft>
              <a:spcPct val="35000"/>
            </a:spcAft>
            <a:buNone/>
          </a:pPr>
          <a:r>
            <a:rPr lang="en-US" sz="1100" kern="1200" dirty="0"/>
            <a:t>Service provider are responsible for ethical utilization of data. </a:t>
          </a:r>
        </a:p>
        <a:p>
          <a:pPr marL="0" lvl="0" indent="0" algn="l" defTabSz="488950">
            <a:lnSpc>
              <a:spcPct val="100000"/>
            </a:lnSpc>
            <a:spcBef>
              <a:spcPct val="0"/>
            </a:spcBef>
            <a:spcAft>
              <a:spcPct val="35000"/>
            </a:spcAft>
            <a:buNone/>
          </a:pPr>
          <a:r>
            <a:rPr lang="en-US" sz="1100" kern="1200" dirty="0"/>
            <a:t>Users are autonomous being that ought to provide explicit individual consent or information that pertains to moral and ethical framework </a:t>
          </a:r>
        </a:p>
      </dsp:txBody>
      <dsp:txXfrm>
        <a:off x="5635430" y="2428960"/>
        <a:ext cx="4315781" cy="189889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263E84-9B64-4CD6-A3B8-BF1195298DEE}">
      <dsp:nvSpPr>
        <dsp:cNvPr id="0" name=""/>
        <dsp:cNvSpPr/>
      </dsp:nvSpPr>
      <dsp:spPr>
        <a:xfrm>
          <a:off x="0" y="5619"/>
          <a:ext cx="11080876" cy="123087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C568FAB-1C44-40E9-AE0A-440DABC11732}">
      <dsp:nvSpPr>
        <dsp:cNvPr id="0" name=""/>
        <dsp:cNvSpPr/>
      </dsp:nvSpPr>
      <dsp:spPr>
        <a:xfrm>
          <a:off x="372338" y="282565"/>
          <a:ext cx="677641" cy="67697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FBFB43C-EA31-4561-8673-4116560D1906}">
      <dsp:nvSpPr>
        <dsp:cNvPr id="0" name=""/>
        <dsp:cNvSpPr/>
      </dsp:nvSpPr>
      <dsp:spPr>
        <a:xfrm>
          <a:off x="1422319" y="5619"/>
          <a:ext cx="9615476" cy="1307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409" tIns="138409" rIns="138409" bIns="138409" numCol="1" spcCol="1270" anchor="ctr" anchorCtr="0">
          <a:noAutofit/>
        </a:bodyPr>
        <a:lstStyle/>
        <a:p>
          <a:pPr marL="0" lvl="0" indent="0" algn="l" defTabSz="444500">
            <a:lnSpc>
              <a:spcPct val="100000"/>
            </a:lnSpc>
            <a:spcBef>
              <a:spcPct val="0"/>
            </a:spcBef>
            <a:spcAft>
              <a:spcPct val="35000"/>
            </a:spcAft>
            <a:buNone/>
          </a:pPr>
          <a:r>
            <a:rPr lang="en-US" sz="1000" kern="1200" dirty="0"/>
            <a:t>My definition of ethics is rooted on past philosophical movement particularly the role of ethical principles guided by, Kantian deontology, Feminine ethics, C</a:t>
          </a:r>
          <a:r>
            <a:rPr lang="en-CA" sz="1000" kern="1200" dirty="0"/>
            <a:t>consequentialism (</a:t>
          </a:r>
          <a:r>
            <a:rPr lang="en-US" sz="1000" kern="1200" dirty="0"/>
            <a:t>utilitarianism), Confucianism,  Aristotelian ethics and much more. I strongly do not believe ethical principles should be guided based on the majority according to utilitarianism which believe that benefit to the majority outweighs the cost of the minority to maximize the greatest good. This punish the minority (violates their individual right and autonomy and is a form of philosophical martyr by channeling a view that is fundamentally disadvantageous), it is also inherently flawed (social ladder can change drastically both vertically or horizontally in a single or multiple generation and individuals can move up and down this ladder and fit into a majority or minority, therefore if a moral principle is inherently skewed to favor a class of people based on number, the movement across this spectrum become counterintuitive which is a breeding ground for nefarious activities).</a:t>
          </a:r>
        </a:p>
      </dsp:txBody>
      <dsp:txXfrm>
        <a:off x="1422319" y="5619"/>
        <a:ext cx="9615476" cy="1307802"/>
      </dsp:txXfrm>
    </dsp:sp>
    <dsp:sp modelId="{D0DC05CD-0526-44CA-83E9-846364CAD96F}">
      <dsp:nvSpPr>
        <dsp:cNvPr id="0" name=""/>
        <dsp:cNvSpPr/>
      </dsp:nvSpPr>
      <dsp:spPr>
        <a:xfrm>
          <a:off x="0" y="1640371"/>
          <a:ext cx="11080876" cy="123087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82B509-DC7F-4DB2-88B7-32C745149B24}">
      <dsp:nvSpPr>
        <dsp:cNvPr id="0" name=""/>
        <dsp:cNvSpPr/>
      </dsp:nvSpPr>
      <dsp:spPr>
        <a:xfrm>
          <a:off x="372338" y="1917318"/>
          <a:ext cx="677641" cy="67697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75A798-E9BC-48E7-9A7A-8C798994D055}">
      <dsp:nvSpPr>
        <dsp:cNvPr id="0" name=""/>
        <dsp:cNvSpPr/>
      </dsp:nvSpPr>
      <dsp:spPr>
        <a:xfrm>
          <a:off x="1422319" y="1640371"/>
          <a:ext cx="9615476" cy="1307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409" tIns="138409" rIns="138409" bIns="138409" numCol="1" spcCol="1270" anchor="ctr" anchorCtr="0">
          <a:noAutofit/>
        </a:bodyPr>
        <a:lstStyle/>
        <a:p>
          <a:pPr marL="0" lvl="0" indent="0" algn="l" defTabSz="488950">
            <a:lnSpc>
              <a:spcPct val="100000"/>
            </a:lnSpc>
            <a:spcBef>
              <a:spcPct val="0"/>
            </a:spcBef>
            <a:spcAft>
              <a:spcPct val="35000"/>
            </a:spcAft>
            <a:buNone/>
          </a:pPr>
          <a:r>
            <a:rPr lang="en-US" sz="1100" kern="1200" dirty="0"/>
            <a:t>I  do not hold a strong believe in all form of Aristotelian ethics as I believe it is archaic and outdated. This principles rely on the golden mean and was a core philosophical school of thought by Greek philosophers such as Plato, Socrates and Aristotle and the Stoics. I strongly oppose believe in inherently morality based-ethics by Aquinas who merged Aristotelian philosophy (eudaemonia and  religious) doctrine regarding what is good and evil.</a:t>
          </a:r>
        </a:p>
      </dsp:txBody>
      <dsp:txXfrm>
        <a:off x="1422319" y="1640371"/>
        <a:ext cx="9615476" cy="1307802"/>
      </dsp:txXfrm>
    </dsp:sp>
    <dsp:sp modelId="{CEA115CC-13BE-4543-A31C-6D4AC5B877C0}">
      <dsp:nvSpPr>
        <dsp:cNvPr id="0" name=""/>
        <dsp:cNvSpPr/>
      </dsp:nvSpPr>
      <dsp:spPr>
        <a:xfrm>
          <a:off x="0" y="3275124"/>
          <a:ext cx="11080876" cy="123087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3CCB05-D780-4814-B0D2-E18D7764461A}">
      <dsp:nvSpPr>
        <dsp:cNvPr id="0" name=""/>
        <dsp:cNvSpPr/>
      </dsp:nvSpPr>
      <dsp:spPr>
        <a:xfrm>
          <a:off x="372338" y="3552071"/>
          <a:ext cx="677641" cy="67697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8033229-9EEE-41A0-827E-E6857DE430C7}">
      <dsp:nvSpPr>
        <dsp:cNvPr id="0" name=""/>
        <dsp:cNvSpPr/>
      </dsp:nvSpPr>
      <dsp:spPr>
        <a:xfrm>
          <a:off x="1422319" y="3275124"/>
          <a:ext cx="9615476" cy="1307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409" tIns="138409" rIns="138409" bIns="138409" numCol="1" spcCol="1270" anchor="ctr" anchorCtr="0">
          <a:noAutofit/>
        </a:bodyPr>
        <a:lstStyle/>
        <a:p>
          <a:pPr marL="0" lvl="0" indent="0" algn="l" defTabSz="488950">
            <a:lnSpc>
              <a:spcPct val="100000"/>
            </a:lnSpc>
            <a:spcBef>
              <a:spcPct val="0"/>
            </a:spcBef>
            <a:spcAft>
              <a:spcPct val="35000"/>
            </a:spcAft>
            <a:buNone/>
          </a:pPr>
          <a:r>
            <a:rPr lang="en-US" sz="1100" kern="1200" dirty="0"/>
            <a:t>I strongly believe that human and cultural bias affects each view of ethics and a western ethical principles (individualistic and autonomous ethics) might not apply to other core ethical principles founded in a different region like in Asia and Africa (Confucianism, Buddhism) which are often interpersonal and collectivistic based ethics. Human religious tendencies or lack of tendencies, historical bias and previous history of subjugation and marginalization do have a strong implicit bias when viewing ethical principles. Along familial background, jealousy, conflicting thoughts, and indifferences also blur the line of ethical principles by disguising true moral intentions if subservience is not complied with as seen as justification in some part of the world regarding honor killing which do not thoroughly incorporate the view of gender based feminine ethics and Kantian deontology regarding autonomy, (this infiltrate the primary relationship (family and close kin).</a:t>
          </a:r>
        </a:p>
      </dsp:txBody>
      <dsp:txXfrm>
        <a:off x="1422319" y="3275124"/>
        <a:ext cx="9615476" cy="1307802"/>
      </dsp:txXfrm>
    </dsp:sp>
    <dsp:sp modelId="{601A5780-425E-436A-BDBB-DA5F9C8390BF}">
      <dsp:nvSpPr>
        <dsp:cNvPr id="0" name=""/>
        <dsp:cNvSpPr/>
      </dsp:nvSpPr>
      <dsp:spPr>
        <a:xfrm>
          <a:off x="0" y="4909877"/>
          <a:ext cx="11080876" cy="1230872"/>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B06E686-DA0C-478C-ADF6-E8F523C4AAC0}">
      <dsp:nvSpPr>
        <dsp:cNvPr id="0" name=""/>
        <dsp:cNvSpPr/>
      </dsp:nvSpPr>
      <dsp:spPr>
        <a:xfrm>
          <a:off x="372338" y="5186823"/>
          <a:ext cx="677641" cy="67697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8BD7A7B-C9ED-400E-9A55-FD9C6FA87043}">
      <dsp:nvSpPr>
        <dsp:cNvPr id="0" name=""/>
        <dsp:cNvSpPr/>
      </dsp:nvSpPr>
      <dsp:spPr>
        <a:xfrm>
          <a:off x="1422319" y="4909877"/>
          <a:ext cx="9615476" cy="13078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409" tIns="138409" rIns="138409" bIns="138409" numCol="1" spcCol="1270" anchor="ctr" anchorCtr="0">
          <a:noAutofit/>
        </a:bodyPr>
        <a:lstStyle/>
        <a:p>
          <a:pPr marL="0" lvl="0" indent="0" algn="l" defTabSz="488950">
            <a:lnSpc>
              <a:spcPct val="100000"/>
            </a:lnSpc>
            <a:spcBef>
              <a:spcPct val="0"/>
            </a:spcBef>
            <a:spcAft>
              <a:spcPct val="35000"/>
            </a:spcAft>
            <a:buNone/>
          </a:pPr>
          <a:r>
            <a:rPr lang="en-US" sz="1100" kern="1200" dirty="0"/>
            <a:t>My subjective definition of ethics will be merging a combination of all form of ethics since all ethical principles all have some advantages and disadvantage and is rooted in promoting the overall good whether it at an individual level or a community level. In a ever changing world, rules and logic are meant to always be revised to account for technological advancement, knowledge acquisition, cultural diversity, information accessibility and global interconnectedness.</a:t>
          </a:r>
        </a:p>
      </dsp:txBody>
      <dsp:txXfrm>
        <a:off x="1422319" y="4909877"/>
        <a:ext cx="9615476" cy="13078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5051BA-E20D-4B03-B907-352C2382F509}">
      <dsp:nvSpPr>
        <dsp:cNvPr id="0" name=""/>
        <dsp:cNvSpPr/>
      </dsp:nvSpPr>
      <dsp:spPr>
        <a:xfrm>
          <a:off x="474228" y="1035463"/>
          <a:ext cx="1098000" cy="1098000"/>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693409-20A1-4053-9FFF-38260DC916A1}">
      <dsp:nvSpPr>
        <dsp:cNvPr id="0" name=""/>
        <dsp:cNvSpPr/>
      </dsp:nvSpPr>
      <dsp:spPr>
        <a:xfrm>
          <a:off x="708228" y="1269463"/>
          <a:ext cx="630000" cy="630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2F857A-4B6D-45BC-900E-F183E32C4CD3}">
      <dsp:nvSpPr>
        <dsp:cNvPr id="0" name=""/>
        <dsp:cNvSpPr/>
      </dsp:nvSpPr>
      <dsp:spPr>
        <a:xfrm>
          <a:off x="123228" y="2475463"/>
          <a:ext cx="1800000" cy="1024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all" baseline="0" dirty="0"/>
            <a:t>Respect and dignity for all individual means treat all race, gender and sex the same</a:t>
          </a:r>
        </a:p>
      </dsp:txBody>
      <dsp:txXfrm>
        <a:off x="123228" y="2475463"/>
        <a:ext cx="1800000" cy="1024497"/>
      </dsp:txXfrm>
    </dsp:sp>
    <dsp:sp modelId="{16512FF8-B814-480E-A0E3-7D8F9E6D89D4}">
      <dsp:nvSpPr>
        <dsp:cNvPr id="0" name=""/>
        <dsp:cNvSpPr/>
      </dsp:nvSpPr>
      <dsp:spPr>
        <a:xfrm>
          <a:off x="2589228" y="1035463"/>
          <a:ext cx="1098000" cy="1098000"/>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7D4C897-F6E5-4B88-8731-F628471EA4A9}">
      <dsp:nvSpPr>
        <dsp:cNvPr id="0" name=""/>
        <dsp:cNvSpPr/>
      </dsp:nvSpPr>
      <dsp:spPr>
        <a:xfrm>
          <a:off x="2823228" y="1269463"/>
          <a:ext cx="630000" cy="630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B40F23-D625-4C50-A02D-C037EE13DD58}">
      <dsp:nvSpPr>
        <dsp:cNvPr id="0" name=""/>
        <dsp:cNvSpPr/>
      </dsp:nvSpPr>
      <dsp:spPr>
        <a:xfrm>
          <a:off x="2238228" y="2475463"/>
          <a:ext cx="1800000" cy="1024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none" baseline="0" dirty="0"/>
            <a:t>INFORMED CONSENT: ALL INDIVIDUAL CAPABLE OF MAKING DECISIONS ARE INFORMED OF THEIR ETHICAL RIGHTS</a:t>
          </a:r>
        </a:p>
      </dsp:txBody>
      <dsp:txXfrm>
        <a:off x="2238228" y="2475463"/>
        <a:ext cx="1800000" cy="1024497"/>
      </dsp:txXfrm>
    </dsp:sp>
    <dsp:sp modelId="{2C183DCB-58B7-3F47-86AC-835AEEC3EE84}">
      <dsp:nvSpPr>
        <dsp:cNvPr id="0" name=""/>
        <dsp:cNvSpPr/>
      </dsp:nvSpPr>
      <dsp:spPr>
        <a:xfrm>
          <a:off x="4704228" y="1035463"/>
          <a:ext cx="1098000" cy="1098000"/>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109B0FB-3A50-2247-887D-835258CB5AF3}">
      <dsp:nvSpPr>
        <dsp:cNvPr id="0" name=""/>
        <dsp:cNvSpPr/>
      </dsp:nvSpPr>
      <dsp:spPr>
        <a:xfrm>
          <a:off x="4938228" y="1269463"/>
          <a:ext cx="630000" cy="630000"/>
        </a:xfrm>
        <a:prstGeom prst="rect">
          <a:avLst/>
        </a:prstGeom>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9C8E6B-8B67-CE49-A73E-9F4689A0054D}">
      <dsp:nvSpPr>
        <dsp:cNvPr id="0" name=""/>
        <dsp:cNvSpPr/>
      </dsp:nvSpPr>
      <dsp:spPr>
        <a:xfrm>
          <a:off x="4353228" y="2475463"/>
          <a:ext cx="1800000" cy="1024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all" baseline="0" dirty="0"/>
            <a:t>Compliance to prevent nefarious act in-order to prevent miscreant.</a:t>
          </a:r>
        </a:p>
      </dsp:txBody>
      <dsp:txXfrm>
        <a:off x="4353228" y="2475463"/>
        <a:ext cx="1800000" cy="1024497"/>
      </dsp:txXfrm>
    </dsp:sp>
    <dsp:sp modelId="{6B75A38D-98E2-D540-8CB6-8D315D6CA08A}">
      <dsp:nvSpPr>
        <dsp:cNvPr id="0" name=""/>
        <dsp:cNvSpPr/>
      </dsp:nvSpPr>
      <dsp:spPr>
        <a:xfrm>
          <a:off x="6819228" y="1035463"/>
          <a:ext cx="1098000" cy="1098000"/>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FE6F66-5108-0749-8C05-56E4D8214E8A}">
      <dsp:nvSpPr>
        <dsp:cNvPr id="0" name=""/>
        <dsp:cNvSpPr/>
      </dsp:nvSpPr>
      <dsp:spPr>
        <a:xfrm>
          <a:off x="7053228" y="1269463"/>
          <a:ext cx="630000" cy="630000"/>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DF132B-D0F6-7249-9C46-EA84F19C5061}">
      <dsp:nvSpPr>
        <dsp:cNvPr id="0" name=""/>
        <dsp:cNvSpPr/>
      </dsp:nvSpPr>
      <dsp:spPr>
        <a:xfrm>
          <a:off x="6468228" y="2475463"/>
          <a:ext cx="1800000" cy="1024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dirty="0"/>
            <a:t>REGULATION OF ENTITIES THAT ARE ARTIFICIALLY CREATED that possesses REASONING CAPABILITIES </a:t>
          </a:r>
        </a:p>
      </dsp:txBody>
      <dsp:txXfrm>
        <a:off x="6468228" y="2475463"/>
        <a:ext cx="1800000" cy="1024497"/>
      </dsp:txXfrm>
    </dsp:sp>
    <dsp:sp modelId="{1B13AABA-28A6-4C49-8590-85618B18F8D9}">
      <dsp:nvSpPr>
        <dsp:cNvPr id="0" name=""/>
        <dsp:cNvSpPr/>
      </dsp:nvSpPr>
      <dsp:spPr>
        <a:xfrm>
          <a:off x="8934228" y="1035463"/>
          <a:ext cx="1098000" cy="1098000"/>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CABCAF-A0AD-2F4C-8341-C2FA6FD3FA63}">
      <dsp:nvSpPr>
        <dsp:cNvPr id="0" name=""/>
        <dsp:cNvSpPr/>
      </dsp:nvSpPr>
      <dsp:spPr>
        <a:xfrm>
          <a:off x="9168228" y="1269463"/>
          <a:ext cx="630000" cy="630000"/>
        </a:xfrm>
        <a:prstGeom prst="rect">
          <a:avLst/>
        </a:prstGeom>
        <a:blipFill>
          <a:blip xmlns:r="http://schemas.openxmlformats.org/officeDocument/2006/relationships" r:embed="rId9">
            <a:extLst>
              <a:ext uri="{96DAC541-7B7A-43D3-8B79-37D633B846F1}">
                <asvg:svgBlip xmlns:asvg="http://schemas.microsoft.com/office/drawing/2016/SVG/main" r:embed="rId10"/>
              </a:ext>
            </a:extLst>
          </a:blip>
          <a:srcRect/>
          <a:stretch>
            <a:fillRect/>
          </a:stretch>
        </a:blip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219364-E95C-4344-B332-348A00EEEC10}">
      <dsp:nvSpPr>
        <dsp:cNvPr id="0" name=""/>
        <dsp:cNvSpPr/>
      </dsp:nvSpPr>
      <dsp:spPr>
        <a:xfrm>
          <a:off x="8583228" y="2475463"/>
          <a:ext cx="1800000" cy="10244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cap="all" baseline="0" dirty="0"/>
            <a:t>Growth and modification of ethical guidelines for evolution of behaviors, thought and societal principles</a:t>
          </a:r>
        </a:p>
      </dsp:txBody>
      <dsp:txXfrm>
        <a:off x="8583228" y="2475463"/>
        <a:ext cx="1800000" cy="102449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6DD2D0-728E-46C4-8028-CF70DAA18DFE}">
      <dsp:nvSpPr>
        <dsp:cNvPr id="0" name=""/>
        <dsp:cNvSpPr/>
      </dsp:nvSpPr>
      <dsp:spPr>
        <a:xfrm>
          <a:off x="2428048" y="7450"/>
          <a:ext cx="1887187" cy="1887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9923B6-90EC-4A1B-9511-899F0EEC5AA3}">
      <dsp:nvSpPr>
        <dsp:cNvPr id="0" name=""/>
        <dsp:cNvSpPr/>
      </dsp:nvSpPr>
      <dsp:spPr>
        <a:xfrm>
          <a:off x="2830235" y="409638"/>
          <a:ext cx="1082812" cy="108281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EA5BC0-5258-4061-9246-31227C2EB43C}">
      <dsp:nvSpPr>
        <dsp:cNvPr id="0" name=""/>
        <dsp:cNvSpPr/>
      </dsp:nvSpPr>
      <dsp:spPr>
        <a:xfrm>
          <a:off x="1824766" y="2482451"/>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cap="all" baseline="0" dirty="0"/>
            <a:t>Desensitizing and protecting sensitive information</a:t>
          </a:r>
        </a:p>
      </dsp:txBody>
      <dsp:txXfrm>
        <a:off x="1824766" y="2482451"/>
        <a:ext cx="3093750" cy="720000"/>
      </dsp:txXfrm>
    </dsp:sp>
    <dsp:sp modelId="{3AB8750C-2A90-407E-AE42-7E3201ED8050}">
      <dsp:nvSpPr>
        <dsp:cNvPr id="0" name=""/>
        <dsp:cNvSpPr/>
      </dsp:nvSpPr>
      <dsp:spPr>
        <a:xfrm>
          <a:off x="6063204" y="7450"/>
          <a:ext cx="1887187" cy="1887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2A1A148-3491-468A-8B79-3A4EA548F481}">
      <dsp:nvSpPr>
        <dsp:cNvPr id="0" name=""/>
        <dsp:cNvSpPr/>
      </dsp:nvSpPr>
      <dsp:spPr>
        <a:xfrm>
          <a:off x="6465391" y="409638"/>
          <a:ext cx="1082812" cy="108281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396ABD-6F52-43C8-9F9A-BE3E490E8CD9}">
      <dsp:nvSpPr>
        <dsp:cNvPr id="0" name=""/>
        <dsp:cNvSpPr/>
      </dsp:nvSpPr>
      <dsp:spPr>
        <a:xfrm>
          <a:off x="5459923" y="2482451"/>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90000"/>
            </a:lnSpc>
            <a:spcBef>
              <a:spcPct val="0"/>
            </a:spcBef>
            <a:spcAft>
              <a:spcPct val="35000"/>
            </a:spcAft>
            <a:buNone/>
            <a:defRPr cap="all"/>
          </a:pPr>
          <a:r>
            <a:rPr lang="en-US" sz="1100" kern="1200" cap="all" baseline="0" dirty="0"/>
            <a:t>Training algorithm to prevent AI or machine learning bias USING A predictive MODEL or IF IT IS used to guide any decision affecting societal OUTCOME.</a:t>
          </a:r>
        </a:p>
      </dsp:txBody>
      <dsp:txXfrm>
        <a:off x="5459923" y="2482451"/>
        <a:ext cx="30937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5.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3575A-D436-20C2-9024-4570A292C24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CD5635-1D3F-3A71-91E5-CBA691913A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9D0110-9497-9691-39D4-9F46D184E3AB}"/>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5" name="Footer Placeholder 4">
            <a:extLst>
              <a:ext uri="{FF2B5EF4-FFF2-40B4-BE49-F238E27FC236}">
                <a16:creationId xmlns:a16="http://schemas.microsoft.com/office/drawing/2014/main" id="{052F8A31-5142-7AFD-8DD5-9ED389E123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BDD774-7C57-305E-8355-A0FE3B9377D9}"/>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651098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B1865-4F24-E50C-F32F-F1CC91E467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39EC98-C96D-DA23-C74E-7D6F61F8CF0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3B0F7E4-6E14-5965-8C7E-D489D896DC62}"/>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5" name="Footer Placeholder 4">
            <a:extLst>
              <a:ext uri="{FF2B5EF4-FFF2-40B4-BE49-F238E27FC236}">
                <a16:creationId xmlns:a16="http://schemas.microsoft.com/office/drawing/2014/main" id="{4290D295-3CD3-1AB1-6058-75632F2016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7B2B4B-94B5-27E6-4B99-898CC1BF1609}"/>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20977857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802C9-46D8-0B42-D6FD-AEDE34F7DB1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AF77B75-E526-5A65-ED52-F1A277BF2C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CCCC15-1191-9C68-0D10-257B49887E23}"/>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5" name="Footer Placeholder 4">
            <a:extLst>
              <a:ext uri="{FF2B5EF4-FFF2-40B4-BE49-F238E27FC236}">
                <a16:creationId xmlns:a16="http://schemas.microsoft.com/office/drawing/2014/main" id="{4EAA3A04-1DF8-4883-481B-37DA827523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80E92B-959F-738D-3E1D-0E2C77BF95B5}"/>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15224069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784E3-9521-BD7D-C779-9304A6EF7BB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E8DA66-1F06-4422-5FE5-A932243C19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AF3552D-3EBD-FBFC-91C0-3B04AB6961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79FA292-CC2B-5BD4-8F2D-8652B711D172}"/>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6" name="Footer Placeholder 5">
            <a:extLst>
              <a:ext uri="{FF2B5EF4-FFF2-40B4-BE49-F238E27FC236}">
                <a16:creationId xmlns:a16="http://schemas.microsoft.com/office/drawing/2014/main" id="{FD5FFAA1-F5EB-1C53-B4E8-BEDF3EBEDD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CEBB84-2819-C800-1B19-AE05DF146E91}"/>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12898385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FED63-193C-996C-939F-5B28A53F106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3BB5882-9FB9-B0FD-372D-AA7410630A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652568E-440C-B150-6498-07E9CF06169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C0F5A08-2937-1A43-BD73-45D66699E9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3164FF-6607-6B2D-65AE-BBDD68235ED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4A02EB-7612-469D-0559-BE075A68C969}"/>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8" name="Footer Placeholder 7">
            <a:extLst>
              <a:ext uri="{FF2B5EF4-FFF2-40B4-BE49-F238E27FC236}">
                <a16:creationId xmlns:a16="http://schemas.microsoft.com/office/drawing/2014/main" id="{FE4DDDDE-2031-DF30-254E-F478F839E8E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AA3F58B-29FA-0BF7-0D9B-21CA40947175}"/>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3540206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E2749-7015-5233-724E-E761FEC715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2C7776-724F-BA75-59D7-BE6389F873CC}"/>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4" name="Footer Placeholder 3">
            <a:extLst>
              <a:ext uri="{FF2B5EF4-FFF2-40B4-BE49-F238E27FC236}">
                <a16:creationId xmlns:a16="http://schemas.microsoft.com/office/drawing/2014/main" id="{867CB0DB-71BF-793B-C588-89CD949AB8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9831551-9EDF-8113-9B3D-824FDABB81C7}"/>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3549131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8CD43D5-A7BD-C985-417C-36525EA48B84}"/>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3" name="Footer Placeholder 2">
            <a:extLst>
              <a:ext uri="{FF2B5EF4-FFF2-40B4-BE49-F238E27FC236}">
                <a16:creationId xmlns:a16="http://schemas.microsoft.com/office/drawing/2014/main" id="{B1E02656-DA92-38C5-2A7F-26D2D1C0F25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1649882-0F70-AB64-6A89-52DB42921EB3}"/>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2065812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21AA-8A48-53D8-F8F2-132D5C0B69F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E429B7-C3CE-E111-F07F-FE03BC0B6B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4C9F29E-D79E-C30B-8DD1-1B0875660A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7260D4-6073-EB2B-5F39-C86F875E1B41}"/>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6" name="Footer Placeholder 5">
            <a:extLst>
              <a:ext uri="{FF2B5EF4-FFF2-40B4-BE49-F238E27FC236}">
                <a16:creationId xmlns:a16="http://schemas.microsoft.com/office/drawing/2014/main" id="{DF315D0D-91AA-60BB-DD29-6633B5E57C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2D8208-A118-086D-CC7C-E3BE82538C71}"/>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2741446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BBCD-7E09-8294-ABD2-3699D3E372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397C37-87AD-024B-0061-83224439DAB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7CE9A7-2DC0-0ADA-F93C-E33631F00E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BA472C-0319-DDFA-0DE6-9FA62FCD79D7}"/>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6" name="Footer Placeholder 5">
            <a:extLst>
              <a:ext uri="{FF2B5EF4-FFF2-40B4-BE49-F238E27FC236}">
                <a16:creationId xmlns:a16="http://schemas.microsoft.com/office/drawing/2014/main" id="{D6ABD5F5-8EBB-32B8-4DD2-1E5A1AB2E6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392114-74DA-AB5D-C9CC-BC47F4BD92AD}"/>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10001657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1EB62-6B42-8CEE-476D-20360F2EA56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904AA38-9CA2-575C-DB2E-6F4F6356E85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2409C-11F2-E3B3-DB55-55D38FCD9BAC}"/>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5" name="Footer Placeholder 4">
            <a:extLst>
              <a:ext uri="{FF2B5EF4-FFF2-40B4-BE49-F238E27FC236}">
                <a16:creationId xmlns:a16="http://schemas.microsoft.com/office/drawing/2014/main" id="{478CFEC4-A588-C2F4-E778-FD41ABAAF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349235-82F6-0972-9928-7362D8471C1B}"/>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6352801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CE793A-61FA-091A-DD57-9372A402505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827FF6-A636-0DB3-1B3A-3290F6E166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C4A038-FCE0-91B1-6B83-086A69D275D6}"/>
              </a:ext>
            </a:extLst>
          </p:cNvPr>
          <p:cNvSpPr>
            <a:spLocks noGrp="1"/>
          </p:cNvSpPr>
          <p:nvPr>
            <p:ph type="dt" sz="half" idx="10"/>
          </p:nvPr>
        </p:nvSpPr>
        <p:spPr/>
        <p:txBody>
          <a:bodyPr/>
          <a:lstStyle/>
          <a:p>
            <a:fld id="{90B88F77-12E2-F148-9D85-05C7FE1A49E8}" type="datetimeFigureOut">
              <a:rPr lang="en-US" smtClean="0"/>
              <a:t>2/5/26</a:t>
            </a:fld>
            <a:endParaRPr lang="en-US"/>
          </a:p>
        </p:txBody>
      </p:sp>
      <p:sp>
        <p:nvSpPr>
          <p:cNvPr id="5" name="Footer Placeholder 4">
            <a:extLst>
              <a:ext uri="{FF2B5EF4-FFF2-40B4-BE49-F238E27FC236}">
                <a16:creationId xmlns:a16="http://schemas.microsoft.com/office/drawing/2014/main" id="{26707939-8B22-8931-34DE-0E4AEA9FA1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06575-1880-60FC-C47B-28024C359204}"/>
              </a:ext>
            </a:extLst>
          </p:cNvPr>
          <p:cNvSpPr>
            <a:spLocks noGrp="1"/>
          </p:cNvSpPr>
          <p:nvPr>
            <p:ph type="sldNum" sz="quarter" idx="12"/>
          </p:nvPr>
        </p:nvSpPr>
        <p:spPr/>
        <p:txBody>
          <a:bodyPr/>
          <a:lstStyle/>
          <a:p>
            <a:fld id="{052780BE-E159-B742-AF69-E0E9072670E4}" type="slidenum">
              <a:rPr lang="en-US" smtClean="0"/>
              <a:t>‹#›</a:t>
            </a:fld>
            <a:endParaRPr lang="en-US"/>
          </a:p>
        </p:txBody>
      </p:sp>
    </p:spTree>
    <p:extLst>
      <p:ext uri="{BB962C8B-B14F-4D97-AF65-F5344CB8AC3E}">
        <p14:creationId xmlns:p14="http://schemas.microsoft.com/office/powerpoint/2010/main" val="1047758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B7551D-438E-88CC-6947-C5423AAD23D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AB772BC-39CE-3E8A-33CB-121889FEAF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B149FD-5364-116D-4BD1-4DDBDB0B0E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0B88F77-12E2-F148-9D85-05C7FE1A49E8}" type="datetimeFigureOut">
              <a:rPr lang="en-US" smtClean="0"/>
              <a:t>2/5/26</a:t>
            </a:fld>
            <a:endParaRPr lang="en-US"/>
          </a:p>
        </p:txBody>
      </p:sp>
      <p:sp>
        <p:nvSpPr>
          <p:cNvPr id="5" name="Footer Placeholder 4">
            <a:extLst>
              <a:ext uri="{FF2B5EF4-FFF2-40B4-BE49-F238E27FC236}">
                <a16:creationId xmlns:a16="http://schemas.microsoft.com/office/drawing/2014/main" id="{72FED689-FBB3-BAD5-9197-5328742F8A2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C1DBD6C-6A63-3961-F6C4-9557B8DB0E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52780BE-E159-B742-AF69-E0E9072670E4}" type="slidenum">
              <a:rPr lang="en-US" smtClean="0"/>
              <a:t>‹#›</a:t>
            </a:fld>
            <a:endParaRPr lang="en-US"/>
          </a:p>
        </p:txBody>
      </p:sp>
    </p:spTree>
    <p:extLst>
      <p:ext uri="{BB962C8B-B14F-4D97-AF65-F5344CB8AC3E}">
        <p14:creationId xmlns:p14="http://schemas.microsoft.com/office/powerpoint/2010/main" val="5880445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6.xml.rels><?xml version="1.0" encoding="UTF-8" standalone="yes"?>
<Relationships xmlns="http://schemas.openxmlformats.org/package/2006/relationships"><Relationship Id="rId3" Type="http://schemas.openxmlformats.org/officeDocument/2006/relationships/hyperlink" Target="https://plato.stanford.edu/entries/kant-moral/" TargetMode="External"/><Relationship Id="rId2" Type="http://schemas.openxmlformats.org/officeDocument/2006/relationships/hyperlink" Target="https://plato.stanford.edu/contents.html" TargetMode="External"/><Relationship Id="rId1" Type="http://schemas.openxmlformats.org/officeDocument/2006/relationships/slideLayout" Target="../slideLayouts/slideLayout2.xml"/><Relationship Id="rId6" Type="http://schemas.openxmlformats.org/officeDocument/2006/relationships/hyperlink" Target="https://plato.stanford.edu/entries/feminist-philosophy/" TargetMode="External"/><Relationship Id="rId5" Type="http://schemas.openxmlformats.org/officeDocument/2006/relationships/hyperlink" Target="https://plato.stanford.edu/entries/consequentialism/" TargetMode="External"/><Relationship Id="rId4" Type="http://schemas.openxmlformats.org/officeDocument/2006/relationships/hyperlink" Target="https://plato.stanford.edu/entries/bentha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9D05F66-9926-B53D-E8A5-34B7D5247FE0}"/>
              </a:ext>
            </a:extLst>
          </p:cNvPr>
          <p:cNvSpPr>
            <a:spLocks noGrp="1"/>
          </p:cNvSpPr>
          <p:nvPr>
            <p:ph type="title"/>
          </p:nvPr>
        </p:nvSpPr>
        <p:spPr>
          <a:xfrm>
            <a:off x="1371597" y="348865"/>
            <a:ext cx="10044023" cy="877729"/>
          </a:xfrm>
        </p:spPr>
        <p:txBody>
          <a:bodyPr anchor="ctr">
            <a:normAutofit/>
          </a:bodyPr>
          <a:lstStyle/>
          <a:p>
            <a:r>
              <a:rPr lang="en-US" sz="4000" b="1">
                <a:solidFill>
                  <a:srgbClr val="FFFFFF"/>
                </a:solidFill>
                <a:latin typeface="Times New Roman" panose="02020603050405020304" pitchFamily="18" charset="0"/>
                <a:cs typeface="Times New Roman" panose="02020603050405020304" pitchFamily="18" charset="0"/>
              </a:rPr>
              <a:t>Definition of Ethics </a:t>
            </a:r>
            <a:endParaRPr lang="en-US" sz="4000">
              <a:solidFill>
                <a:srgbClr val="FFFFFF"/>
              </a:solidFill>
            </a:endParaRPr>
          </a:p>
        </p:txBody>
      </p:sp>
      <p:graphicFrame>
        <p:nvGraphicFramePr>
          <p:cNvPr id="5" name="Content Placeholder 2">
            <a:extLst>
              <a:ext uri="{FF2B5EF4-FFF2-40B4-BE49-F238E27FC236}">
                <a16:creationId xmlns:a16="http://schemas.microsoft.com/office/drawing/2014/main" id="{CAFF046F-F2AC-DF2D-6998-CB9E8B3F9F6C}"/>
              </a:ext>
            </a:extLst>
          </p:cNvPr>
          <p:cNvGraphicFramePr>
            <a:graphicFrameLocks noGrp="1"/>
          </p:cNvGraphicFramePr>
          <p:nvPr>
            <p:ph idx="1"/>
            <p:extLst>
              <p:ext uri="{D42A27DB-BD31-4B8C-83A1-F6EECF244321}">
                <p14:modId xmlns:p14="http://schemas.microsoft.com/office/powerpoint/2010/main" val="389791178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7474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C60EE8-6B6E-E7C0-6406-155FABC78B90}"/>
              </a:ext>
            </a:extLst>
          </p:cNvPr>
          <p:cNvSpPr>
            <a:spLocks noGrp="1"/>
          </p:cNvSpPr>
          <p:nvPr>
            <p:ph type="title"/>
          </p:nvPr>
        </p:nvSpPr>
        <p:spPr>
          <a:xfrm>
            <a:off x="841248" y="256032"/>
            <a:ext cx="10506456" cy="1014984"/>
          </a:xfrm>
        </p:spPr>
        <p:txBody>
          <a:bodyPr anchor="b">
            <a:normAutofit/>
          </a:bodyPr>
          <a:lstStyle/>
          <a:p>
            <a:r>
              <a:rPr lang="en-US" sz="3100" b="1"/>
              <a:t>Reliable Definition of Ethics</a:t>
            </a:r>
            <a:br>
              <a:rPr lang="en-US" sz="3100" b="1"/>
            </a:br>
            <a:endParaRPr lang="en-US" sz="310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971EA0BD-73FD-0B77-8D09-3C53F72FCCF1}"/>
              </a:ext>
            </a:extLst>
          </p:cNvPr>
          <p:cNvGraphicFramePr>
            <a:graphicFrameLocks noGrp="1"/>
          </p:cNvGraphicFramePr>
          <p:nvPr>
            <p:ph idx="1"/>
            <p:extLst>
              <p:ext uri="{D42A27DB-BD31-4B8C-83A1-F6EECF244321}">
                <p14:modId xmlns:p14="http://schemas.microsoft.com/office/powerpoint/2010/main" val="165144789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00498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A2B650-E905-CCA9-8F55-7C0694AF7E4B}"/>
              </a:ext>
            </a:extLst>
          </p:cNvPr>
          <p:cNvSpPr>
            <a:spLocks noGrp="1"/>
          </p:cNvSpPr>
          <p:nvPr>
            <p:ph type="title"/>
          </p:nvPr>
        </p:nvSpPr>
        <p:spPr>
          <a:xfrm>
            <a:off x="724529" y="0"/>
            <a:ext cx="10506456" cy="1014984"/>
          </a:xfrm>
        </p:spPr>
        <p:txBody>
          <a:bodyPr anchor="b">
            <a:normAutofit/>
          </a:bodyPr>
          <a:lstStyle/>
          <a:p>
            <a:r>
              <a:rPr lang="en-US" sz="3100" b="1" dirty="0"/>
              <a:t>My Definition of Ethics</a:t>
            </a:r>
            <a:br>
              <a:rPr lang="en-US" sz="3100" b="1" dirty="0"/>
            </a:br>
            <a:endParaRPr lang="en-US" sz="3100" dirty="0"/>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7050D2EB-68B5-B946-6F85-DC5616014EB5}"/>
              </a:ext>
            </a:extLst>
          </p:cNvPr>
          <p:cNvGraphicFramePr>
            <a:graphicFrameLocks noGrp="1"/>
          </p:cNvGraphicFramePr>
          <p:nvPr>
            <p:ph idx="1"/>
            <p:extLst>
              <p:ext uri="{D42A27DB-BD31-4B8C-83A1-F6EECF244321}">
                <p14:modId xmlns:p14="http://schemas.microsoft.com/office/powerpoint/2010/main" val="689672146"/>
              </p:ext>
            </p:extLst>
          </p:nvPr>
        </p:nvGraphicFramePr>
        <p:xfrm>
          <a:off x="236668" y="634701"/>
          <a:ext cx="11080877" cy="62232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4343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01F447-EEF7-48F5-AF73-7566EE7F64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6824D7B-E95F-1646-8A3D-7186A726E951}"/>
              </a:ext>
            </a:extLst>
          </p:cNvPr>
          <p:cNvSpPr>
            <a:spLocks noGrp="1"/>
          </p:cNvSpPr>
          <p:nvPr>
            <p:ph type="title"/>
          </p:nvPr>
        </p:nvSpPr>
        <p:spPr>
          <a:xfrm>
            <a:off x="841248" y="334644"/>
            <a:ext cx="10509504" cy="1076914"/>
          </a:xfrm>
        </p:spPr>
        <p:txBody>
          <a:bodyPr anchor="ctr">
            <a:normAutofit/>
          </a:bodyPr>
          <a:lstStyle/>
          <a:p>
            <a:r>
              <a:rPr lang="en-US" sz="3400" b="1"/>
              <a:t>An Ethical Framework to support your view </a:t>
            </a:r>
            <a:br>
              <a:rPr lang="en-US" sz="3400" b="1"/>
            </a:br>
            <a:endParaRPr lang="en-US" sz="3400"/>
          </a:p>
        </p:txBody>
      </p:sp>
      <p:sp>
        <p:nvSpPr>
          <p:cNvPr id="11" name="Rectangle 10">
            <a:extLst>
              <a:ext uri="{FF2B5EF4-FFF2-40B4-BE49-F238E27FC236}">
                <a16:creationId xmlns:a16="http://schemas.microsoft.com/office/drawing/2014/main" id="{F7117410-A2A4-4085-9ADC-46744551D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2772" y="0"/>
            <a:ext cx="10506456" cy="19138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9F74EB5-E547-4FB4-95F5-BCC788F3C4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1512994"/>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Content Placeholder 2">
            <a:extLst>
              <a:ext uri="{FF2B5EF4-FFF2-40B4-BE49-F238E27FC236}">
                <a16:creationId xmlns:a16="http://schemas.microsoft.com/office/drawing/2014/main" id="{0C0073DD-6F00-4480-ECD7-80DFF0B985FF}"/>
              </a:ext>
            </a:extLst>
          </p:cNvPr>
          <p:cNvGraphicFramePr>
            <a:graphicFrameLocks noGrp="1"/>
          </p:cNvGraphicFramePr>
          <p:nvPr>
            <p:ph idx="1"/>
            <p:extLst>
              <p:ext uri="{D42A27DB-BD31-4B8C-83A1-F6EECF244321}">
                <p14:modId xmlns:p14="http://schemas.microsoft.com/office/powerpoint/2010/main" val="2467597918"/>
              </p:ext>
            </p:extLst>
          </p:nvPr>
        </p:nvGraphicFramePr>
        <p:xfrm>
          <a:off x="838200" y="1737360"/>
          <a:ext cx="10506456" cy="45354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1832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2" name="Rectangle 1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E949D2-B7A9-AC65-0B75-0F0736D902D2}"/>
              </a:ext>
            </a:extLst>
          </p:cNvPr>
          <p:cNvSpPr>
            <a:spLocks noGrp="1"/>
          </p:cNvSpPr>
          <p:nvPr>
            <p:ph type="title"/>
          </p:nvPr>
        </p:nvSpPr>
        <p:spPr>
          <a:xfrm>
            <a:off x="1043631" y="809898"/>
            <a:ext cx="10173010" cy="1554480"/>
          </a:xfrm>
        </p:spPr>
        <p:txBody>
          <a:bodyPr anchor="ctr">
            <a:normAutofit/>
          </a:bodyPr>
          <a:lstStyle/>
          <a:p>
            <a:r>
              <a:rPr lang="en-US" sz="4800" b="1"/>
              <a:t>Two Reasons Ethics is import in Data Science</a:t>
            </a:r>
            <a:endParaRPr lang="en-US" sz="4800"/>
          </a:p>
        </p:txBody>
      </p:sp>
      <p:cxnSp>
        <p:nvCxnSpPr>
          <p:cNvPr id="18" name="Straight Connector 1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0F8E3A3-3F1A-4011-0FA0-0DD53D137009}"/>
              </a:ext>
            </a:extLst>
          </p:cNvPr>
          <p:cNvGraphicFramePr>
            <a:graphicFrameLocks noGrp="1"/>
          </p:cNvGraphicFramePr>
          <p:nvPr>
            <p:ph idx="1"/>
            <p:extLst>
              <p:ext uri="{D42A27DB-BD31-4B8C-83A1-F6EECF244321}">
                <p14:modId xmlns:p14="http://schemas.microsoft.com/office/powerpoint/2010/main" val="4186409533"/>
              </p:ext>
            </p:extLst>
          </p:nvPr>
        </p:nvGraphicFramePr>
        <p:xfrm>
          <a:off x="904602" y="3017519"/>
          <a:ext cx="10378440" cy="3209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985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4781A-828B-0B7A-34F6-EBB0B3524E22}"/>
              </a:ext>
            </a:extLst>
          </p:cNvPr>
          <p:cNvSpPr>
            <a:spLocks noGrp="1"/>
          </p:cNvSpPr>
          <p:nvPr>
            <p:ph type="title"/>
          </p:nvPr>
        </p:nvSpPr>
        <p:spPr/>
        <p:txBody>
          <a:bodyPr/>
          <a:lstStyle/>
          <a:p>
            <a:r>
              <a:rPr lang="en-US" b="1" dirty="0">
                <a:solidFill>
                  <a:srgbClr val="6B173B"/>
                </a:solidFill>
              </a:rPr>
              <a:t>Links to Information/Resources</a:t>
            </a:r>
            <a:br>
              <a:rPr lang="en-US" b="1" dirty="0">
                <a:solidFill>
                  <a:srgbClr val="6B173B"/>
                </a:solidFill>
              </a:rPr>
            </a:br>
            <a:endParaRPr lang="en-US" dirty="0"/>
          </a:p>
        </p:txBody>
      </p:sp>
      <p:sp>
        <p:nvSpPr>
          <p:cNvPr id="3" name="Content Placeholder 2">
            <a:extLst>
              <a:ext uri="{FF2B5EF4-FFF2-40B4-BE49-F238E27FC236}">
                <a16:creationId xmlns:a16="http://schemas.microsoft.com/office/drawing/2014/main" id="{E43CEE03-FA58-E014-26AE-4C860958CDCF}"/>
              </a:ext>
            </a:extLst>
          </p:cNvPr>
          <p:cNvSpPr>
            <a:spLocks noGrp="1"/>
          </p:cNvSpPr>
          <p:nvPr>
            <p:ph idx="1"/>
          </p:nvPr>
        </p:nvSpPr>
        <p:spPr/>
        <p:txBody>
          <a:bodyPr/>
          <a:lstStyle/>
          <a:p>
            <a:r>
              <a:rPr lang="en-US" dirty="0">
                <a:hlinkClick r:id="rId2"/>
              </a:rPr>
              <a:t>https://plato.stanford.edu/contents.html</a:t>
            </a:r>
            <a:endParaRPr lang="en-US" dirty="0">
              <a:hlinkClick r:id="rId3"/>
            </a:endParaRPr>
          </a:p>
          <a:p>
            <a:r>
              <a:rPr lang="en-US" dirty="0">
                <a:hlinkClick r:id="rId3"/>
              </a:rPr>
              <a:t>https://plato.stanford.edu/entries/kant-moral/</a:t>
            </a:r>
            <a:endParaRPr lang="en-US" dirty="0"/>
          </a:p>
          <a:p>
            <a:r>
              <a:rPr lang="en-US" dirty="0">
                <a:hlinkClick r:id="rId4"/>
              </a:rPr>
              <a:t>https://plato.stanford.edu/entries/bentham/</a:t>
            </a:r>
            <a:endParaRPr lang="en-US" dirty="0"/>
          </a:p>
          <a:p>
            <a:r>
              <a:rPr lang="en-US" dirty="0">
                <a:hlinkClick r:id="rId5"/>
              </a:rPr>
              <a:t>https://plato.stanford.edu/entries/consequentialism/</a:t>
            </a:r>
            <a:endParaRPr lang="en-US" dirty="0"/>
          </a:p>
          <a:p>
            <a:r>
              <a:rPr lang="en-US" dirty="0">
                <a:hlinkClick r:id="rId6"/>
              </a:rPr>
              <a:t>https://plato.stanford.edu/entries/feminist-philosophy/</a:t>
            </a:r>
            <a:endParaRPr lang="en-US" dirty="0"/>
          </a:p>
          <a:p>
            <a:endParaRPr lang="en-US" dirty="0"/>
          </a:p>
        </p:txBody>
      </p:sp>
    </p:spTree>
    <p:extLst>
      <p:ext uri="{BB962C8B-B14F-4D97-AF65-F5344CB8AC3E}">
        <p14:creationId xmlns:p14="http://schemas.microsoft.com/office/powerpoint/2010/main" val="14958108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4775</TotalTime>
  <Words>823</Words>
  <Application>Microsoft Macintosh PowerPoint</Application>
  <PresentationFormat>Widescreen</PresentationFormat>
  <Paragraphs>32</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Aptos</vt:lpstr>
      <vt:lpstr>Aptos Display</vt:lpstr>
      <vt:lpstr>Arial</vt:lpstr>
      <vt:lpstr>Calibri</vt:lpstr>
      <vt:lpstr>Times New Roman</vt:lpstr>
      <vt:lpstr>Office Theme</vt:lpstr>
      <vt:lpstr>Definition of Ethics </vt:lpstr>
      <vt:lpstr>Reliable Definition of Ethics </vt:lpstr>
      <vt:lpstr>My Definition of Ethics </vt:lpstr>
      <vt:lpstr>An Ethical Framework to support your view  </vt:lpstr>
      <vt:lpstr>Two Reasons Ethics is import in Data Science</vt:lpstr>
      <vt:lpstr>Links to Information/Resources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Adebayo, Isaac A.</dc:creator>
  <cp:lastModifiedBy>Adebayo, Isaac A.</cp:lastModifiedBy>
  <cp:revision>6</cp:revision>
  <dcterms:created xsi:type="dcterms:W3CDTF">2026-02-03T19:47:39Z</dcterms:created>
  <dcterms:modified xsi:type="dcterms:W3CDTF">2026-02-07T14:13:07Z</dcterms:modified>
</cp:coreProperties>
</file>