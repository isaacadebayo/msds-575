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880" r:id="rId2"/>
    <p:sldId id="886" r:id="rId3"/>
    <p:sldId id="888" r:id="rId4"/>
    <p:sldId id="889" r:id="rId5"/>
    <p:sldId id="887" r:id="rId6"/>
    <p:sldId id="891" r:id="rId7"/>
    <p:sldId id="88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05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68"/>
    <p:restoredTop sz="94751"/>
  </p:normalViewPr>
  <p:slideViewPr>
    <p:cSldViewPr snapToGrid="0">
      <p:cViewPr varScale="1">
        <p:scale>
          <a:sx n="93" d="100"/>
          <a:sy n="93" d="100"/>
        </p:scale>
        <p:origin x="216"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EB3820-E63F-4F47-91F2-3C63FCB69784}"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C1A0E8-F7D8-4E4A-B493-242730513247}">
      <dgm:prSet/>
      <dgm:spPr/>
      <dgm:t>
        <a:bodyPr/>
        <a:lstStyle/>
        <a:p>
          <a:pPr>
            <a:defRPr b="1"/>
          </a:pPr>
          <a:r>
            <a:rPr lang="en-US"/>
            <a:t>Cybersecurity involves protecting computer system, network, data transfer, hardware and software from unauthorized users irrespective of the intention or nature.</a:t>
          </a:r>
        </a:p>
      </dgm:t>
    </dgm:pt>
    <dgm:pt modelId="{B8563401-1AA9-422A-8E22-A0A93F3DC306}" type="parTrans" cxnId="{75C3EB22-DDBA-4DAD-9D43-1DCDE0DB814A}">
      <dgm:prSet/>
      <dgm:spPr/>
      <dgm:t>
        <a:bodyPr/>
        <a:lstStyle/>
        <a:p>
          <a:endParaRPr lang="en-US"/>
        </a:p>
      </dgm:t>
    </dgm:pt>
    <dgm:pt modelId="{0BFE82D5-642D-4C8C-82E8-84761E1C33C1}" type="sibTrans" cxnId="{75C3EB22-DDBA-4DAD-9D43-1DCDE0DB814A}">
      <dgm:prSet/>
      <dgm:spPr/>
      <dgm:t>
        <a:bodyPr/>
        <a:lstStyle/>
        <a:p>
          <a:endParaRPr lang="en-US"/>
        </a:p>
      </dgm:t>
    </dgm:pt>
    <dgm:pt modelId="{7279DEF2-39A7-4299-A3E8-E7D1FCC32DA7}">
      <dgm:prSet/>
      <dgm:spPr/>
      <dgm:t>
        <a:bodyPr/>
        <a:lstStyle/>
        <a:p>
          <a:pPr>
            <a:defRPr b="1"/>
          </a:pPr>
          <a:r>
            <a:rPr lang="en-US"/>
            <a:t>Some common areas cybersecurity applies to are:</a:t>
          </a:r>
        </a:p>
      </dgm:t>
    </dgm:pt>
    <dgm:pt modelId="{405C3CAB-3ED3-43F1-BA7B-DA6B3F4A4281}" type="parTrans" cxnId="{AEB22B95-A9AD-46C9-98F7-763C334102CD}">
      <dgm:prSet/>
      <dgm:spPr/>
      <dgm:t>
        <a:bodyPr/>
        <a:lstStyle/>
        <a:p>
          <a:endParaRPr lang="en-US"/>
        </a:p>
      </dgm:t>
    </dgm:pt>
    <dgm:pt modelId="{43C01FED-613D-41D1-A5F6-FCCB52E5351D}" type="sibTrans" cxnId="{AEB22B95-A9AD-46C9-98F7-763C334102CD}">
      <dgm:prSet/>
      <dgm:spPr/>
      <dgm:t>
        <a:bodyPr/>
        <a:lstStyle/>
        <a:p>
          <a:endParaRPr lang="en-US"/>
        </a:p>
      </dgm:t>
    </dgm:pt>
    <dgm:pt modelId="{597FF238-7577-4806-8685-0E324DCB9B86}">
      <dgm:prSet/>
      <dgm:spPr/>
      <dgm:t>
        <a:bodyPr/>
        <a:lstStyle/>
        <a:p>
          <a:r>
            <a:rPr lang="en-US"/>
            <a:t>Network security</a:t>
          </a:r>
        </a:p>
      </dgm:t>
    </dgm:pt>
    <dgm:pt modelId="{FD891C66-393B-4BAB-AFB2-946C1164FB52}" type="parTrans" cxnId="{81319EA6-7D37-429F-8D79-9DF2DE1FB54A}">
      <dgm:prSet/>
      <dgm:spPr/>
      <dgm:t>
        <a:bodyPr/>
        <a:lstStyle/>
        <a:p>
          <a:endParaRPr lang="en-US"/>
        </a:p>
      </dgm:t>
    </dgm:pt>
    <dgm:pt modelId="{E923657C-96BD-4DB5-AAA2-3D6643A44EDF}" type="sibTrans" cxnId="{81319EA6-7D37-429F-8D79-9DF2DE1FB54A}">
      <dgm:prSet/>
      <dgm:spPr/>
      <dgm:t>
        <a:bodyPr/>
        <a:lstStyle/>
        <a:p>
          <a:endParaRPr lang="en-US"/>
        </a:p>
      </dgm:t>
    </dgm:pt>
    <dgm:pt modelId="{D84C5D50-ABCA-45E5-97D7-3641573BA922}">
      <dgm:prSet/>
      <dgm:spPr/>
      <dgm:t>
        <a:bodyPr/>
        <a:lstStyle/>
        <a:p>
          <a:r>
            <a:rPr lang="en-US"/>
            <a:t>Application security</a:t>
          </a:r>
        </a:p>
      </dgm:t>
    </dgm:pt>
    <dgm:pt modelId="{1077A0EE-F707-4F35-B196-5E5A8E17A587}" type="parTrans" cxnId="{AC3F3510-F390-478A-AB39-66A6AB9C90E9}">
      <dgm:prSet/>
      <dgm:spPr/>
      <dgm:t>
        <a:bodyPr/>
        <a:lstStyle/>
        <a:p>
          <a:endParaRPr lang="en-US"/>
        </a:p>
      </dgm:t>
    </dgm:pt>
    <dgm:pt modelId="{F83B316D-2D2C-4CA3-9188-2A2F7D1FAEAA}" type="sibTrans" cxnId="{AC3F3510-F390-478A-AB39-66A6AB9C90E9}">
      <dgm:prSet/>
      <dgm:spPr/>
      <dgm:t>
        <a:bodyPr/>
        <a:lstStyle/>
        <a:p>
          <a:endParaRPr lang="en-US"/>
        </a:p>
      </dgm:t>
    </dgm:pt>
    <dgm:pt modelId="{FA452E65-17C2-413C-BB45-BEE4D6FF74F2}">
      <dgm:prSet/>
      <dgm:spPr/>
      <dgm:t>
        <a:bodyPr/>
        <a:lstStyle/>
        <a:p>
          <a:r>
            <a:rPr lang="en-US"/>
            <a:t>Information/Data security</a:t>
          </a:r>
        </a:p>
      </dgm:t>
    </dgm:pt>
    <dgm:pt modelId="{6FC10928-E9E4-4A13-840B-6C6DF24DA613}" type="parTrans" cxnId="{967180A6-C784-40E1-BA82-89F7EB56BE59}">
      <dgm:prSet/>
      <dgm:spPr/>
      <dgm:t>
        <a:bodyPr/>
        <a:lstStyle/>
        <a:p>
          <a:endParaRPr lang="en-US"/>
        </a:p>
      </dgm:t>
    </dgm:pt>
    <dgm:pt modelId="{9F14D5A0-986F-42F3-9552-AA3B8D231B75}" type="sibTrans" cxnId="{967180A6-C784-40E1-BA82-89F7EB56BE59}">
      <dgm:prSet/>
      <dgm:spPr/>
      <dgm:t>
        <a:bodyPr/>
        <a:lstStyle/>
        <a:p>
          <a:endParaRPr lang="en-US"/>
        </a:p>
      </dgm:t>
    </dgm:pt>
    <dgm:pt modelId="{553F084C-6936-47AE-9991-203430219BB4}">
      <dgm:prSet/>
      <dgm:spPr/>
      <dgm:t>
        <a:bodyPr/>
        <a:lstStyle/>
        <a:p>
          <a:r>
            <a:rPr lang="en-US"/>
            <a:t>Cloud security</a:t>
          </a:r>
        </a:p>
      </dgm:t>
    </dgm:pt>
    <dgm:pt modelId="{D326E22B-986F-44F1-BD48-E5B0329C8CDC}" type="parTrans" cxnId="{782F3D4F-4AF4-4E52-BD67-CA1359A623CF}">
      <dgm:prSet/>
      <dgm:spPr/>
      <dgm:t>
        <a:bodyPr/>
        <a:lstStyle/>
        <a:p>
          <a:endParaRPr lang="en-US"/>
        </a:p>
      </dgm:t>
    </dgm:pt>
    <dgm:pt modelId="{75CFF0F4-2331-496B-B34D-FE496CF1A716}" type="sibTrans" cxnId="{782F3D4F-4AF4-4E52-BD67-CA1359A623CF}">
      <dgm:prSet/>
      <dgm:spPr/>
      <dgm:t>
        <a:bodyPr/>
        <a:lstStyle/>
        <a:p>
          <a:endParaRPr lang="en-US"/>
        </a:p>
      </dgm:t>
    </dgm:pt>
    <dgm:pt modelId="{6EA5089F-5CF6-4216-9F98-765EDFE7E4AA}">
      <dgm:prSet/>
      <dgm:spPr/>
      <dgm:t>
        <a:bodyPr/>
        <a:lstStyle/>
        <a:p>
          <a:r>
            <a:rPr lang="en-US"/>
            <a:t>Operational security</a:t>
          </a:r>
        </a:p>
      </dgm:t>
    </dgm:pt>
    <dgm:pt modelId="{1308ACBF-0A18-4C88-AD73-F93ACD66B8C3}" type="parTrans" cxnId="{DE8EC54A-AE03-43E3-8501-33197929B79D}">
      <dgm:prSet/>
      <dgm:spPr/>
      <dgm:t>
        <a:bodyPr/>
        <a:lstStyle/>
        <a:p>
          <a:endParaRPr lang="en-US"/>
        </a:p>
      </dgm:t>
    </dgm:pt>
    <dgm:pt modelId="{42294617-6DA5-479F-9356-0B11211ACB7B}" type="sibTrans" cxnId="{DE8EC54A-AE03-43E3-8501-33197929B79D}">
      <dgm:prSet/>
      <dgm:spPr/>
      <dgm:t>
        <a:bodyPr/>
        <a:lstStyle/>
        <a:p>
          <a:endParaRPr lang="en-US"/>
        </a:p>
      </dgm:t>
    </dgm:pt>
    <dgm:pt modelId="{DCEFB8E8-0B1C-4D73-AD61-D17138CF45A2}" type="pres">
      <dgm:prSet presAssocID="{F5EB3820-E63F-4F47-91F2-3C63FCB69784}" presName="root" presStyleCnt="0">
        <dgm:presLayoutVars>
          <dgm:dir/>
          <dgm:resizeHandles val="exact"/>
        </dgm:presLayoutVars>
      </dgm:prSet>
      <dgm:spPr/>
    </dgm:pt>
    <dgm:pt modelId="{5791FF6F-2078-43A5-AA1C-6F7EB70E9F62}" type="pres">
      <dgm:prSet presAssocID="{DBC1A0E8-F7D8-4E4A-B493-242730513247}" presName="compNode" presStyleCnt="0"/>
      <dgm:spPr/>
    </dgm:pt>
    <dgm:pt modelId="{41702E4D-9AFC-42D0-A495-444FEDBB4894}" type="pres">
      <dgm:prSet presAssocID="{DBC1A0E8-F7D8-4E4A-B493-24273051324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696F02DB-EF11-41A7-96E9-ECDEF9736187}" type="pres">
      <dgm:prSet presAssocID="{DBC1A0E8-F7D8-4E4A-B493-242730513247}" presName="iconSpace" presStyleCnt="0"/>
      <dgm:spPr/>
    </dgm:pt>
    <dgm:pt modelId="{7251DB3D-C047-4D0B-84BF-DA07833713BB}" type="pres">
      <dgm:prSet presAssocID="{DBC1A0E8-F7D8-4E4A-B493-242730513247}" presName="parTx" presStyleLbl="revTx" presStyleIdx="0" presStyleCnt="4">
        <dgm:presLayoutVars>
          <dgm:chMax val="0"/>
          <dgm:chPref val="0"/>
        </dgm:presLayoutVars>
      </dgm:prSet>
      <dgm:spPr/>
    </dgm:pt>
    <dgm:pt modelId="{367C7077-46E4-47CE-87DA-350A3BE127BA}" type="pres">
      <dgm:prSet presAssocID="{DBC1A0E8-F7D8-4E4A-B493-242730513247}" presName="txSpace" presStyleCnt="0"/>
      <dgm:spPr/>
    </dgm:pt>
    <dgm:pt modelId="{9A6DC4DC-7D1A-4532-8C9E-844EE49C819A}" type="pres">
      <dgm:prSet presAssocID="{DBC1A0E8-F7D8-4E4A-B493-242730513247}" presName="desTx" presStyleLbl="revTx" presStyleIdx="1" presStyleCnt="4">
        <dgm:presLayoutVars/>
      </dgm:prSet>
      <dgm:spPr/>
    </dgm:pt>
    <dgm:pt modelId="{C0CCD292-EFC9-4FCB-B740-487D7593E10B}" type="pres">
      <dgm:prSet presAssocID="{0BFE82D5-642D-4C8C-82E8-84761E1C33C1}" presName="sibTrans" presStyleCnt="0"/>
      <dgm:spPr/>
    </dgm:pt>
    <dgm:pt modelId="{693E46BC-DB33-4C07-8EAE-646DDF9073CB}" type="pres">
      <dgm:prSet presAssocID="{7279DEF2-39A7-4299-A3E8-E7D1FCC32DA7}" presName="compNode" presStyleCnt="0"/>
      <dgm:spPr/>
    </dgm:pt>
    <dgm:pt modelId="{3F76EC80-507E-4F47-88EA-7CBBB2361145}" type="pres">
      <dgm:prSet presAssocID="{7279DEF2-39A7-4299-A3E8-E7D1FCC32DA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9526FCF4-7D1A-472F-AD88-079A101E3EAB}" type="pres">
      <dgm:prSet presAssocID="{7279DEF2-39A7-4299-A3E8-E7D1FCC32DA7}" presName="iconSpace" presStyleCnt="0"/>
      <dgm:spPr/>
    </dgm:pt>
    <dgm:pt modelId="{540C9501-262C-437F-BA4E-775D3146D99C}" type="pres">
      <dgm:prSet presAssocID="{7279DEF2-39A7-4299-A3E8-E7D1FCC32DA7}" presName="parTx" presStyleLbl="revTx" presStyleIdx="2" presStyleCnt="4">
        <dgm:presLayoutVars>
          <dgm:chMax val="0"/>
          <dgm:chPref val="0"/>
        </dgm:presLayoutVars>
      </dgm:prSet>
      <dgm:spPr/>
    </dgm:pt>
    <dgm:pt modelId="{4612CFA8-EFE6-4E47-B29E-7DA7BC373DEC}" type="pres">
      <dgm:prSet presAssocID="{7279DEF2-39A7-4299-A3E8-E7D1FCC32DA7}" presName="txSpace" presStyleCnt="0"/>
      <dgm:spPr/>
    </dgm:pt>
    <dgm:pt modelId="{383ED51D-7B54-4F81-B61A-91AFC904ED73}" type="pres">
      <dgm:prSet presAssocID="{7279DEF2-39A7-4299-A3E8-E7D1FCC32DA7}" presName="desTx" presStyleLbl="revTx" presStyleIdx="3" presStyleCnt="4">
        <dgm:presLayoutVars/>
      </dgm:prSet>
      <dgm:spPr/>
    </dgm:pt>
  </dgm:ptLst>
  <dgm:cxnLst>
    <dgm:cxn modelId="{AC3F3510-F390-478A-AB39-66A6AB9C90E9}" srcId="{7279DEF2-39A7-4299-A3E8-E7D1FCC32DA7}" destId="{D84C5D50-ABCA-45E5-97D7-3641573BA922}" srcOrd="1" destOrd="0" parTransId="{1077A0EE-F707-4F35-B196-5E5A8E17A587}" sibTransId="{F83B316D-2D2C-4CA3-9188-2A2F7D1FAEAA}"/>
    <dgm:cxn modelId="{EFCD6712-BDAA-4EE2-B9C6-D7B43C6B7E7E}" type="presOf" srcId="{597FF238-7577-4806-8685-0E324DCB9B86}" destId="{383ED51D-7B54-4F81-B61A-91AFC904ED73}" srcOrd="0" destOrd="0" presId="urn:microsoft.com/office/officeart/2018/2/layout/IconLabelDescriptionList"/>
    <dgm:cxn modelId="{B8578022-AF5A-4C50-A3DB-E2CD94B401CA}" type="presOf" srcId="{7279DEF2-39A7-4299-A3E8-E7D1FCC32DA7}" destId="{540C9501-262C-437F-BA4E-775D3146D99C}" srcOrd="0" destOrd="0" presId="urn:microsoft.com/office/officeart/2018/2/layout/IconLabelDescriptionList"/>
    <dgm:cxn modelId="{75C3EB22-DDBA-4DAD-9D43-1DCDE0DB814A}" srcId="{F5EB3820-E63F-4F47-91F2-3C63FCB69784}" destId="{DBC1A0E8-F7D8-4E4A-B493-242730513247}" srcOrd="0" destOrd="0" parTransId="{B8563401-1AA9-422A-8E22-A0A93F3DC306}" sibTransId="{0BFE82D5-642D-4C8C-82E8-84761E1C33C1}"/>
    <dgm:cxn modelId="{5817A029-1AC4-424A-BBD4-3FC0467A3097}" type="presOf" srcId="{553F084C-6936-47AE-9991-203430219BB4}" destId="{383ED51D-7B54-4F81-B61A-91AFC904ED73}" srcOrd="0" destOrd="3" presId="urn:microsoft.com/office/officeart/2018/2/layout/IconLabelDescriptionList"/>
    <dgm:cxn modelId="{3C5AAF36-3CB0-41D7-850B-57BC796B4A7E}" type="presOf" srcId="{DBC1A0E8-F7D8-4E4A-B493-242730513247}" destId="{7251DB3D-C047-4D0B-84BF-DA07833713BB}" srcOrd="0" destOrd="0" presId="urn:microsoft.com/office/officeart/2018/2/layout/IconLabelDescriptionList"/>
    <dgm:cxn modelId="{BA769042-0833-4C82-BCAB-91B25269C6A1}" type="presOf" srcId="{F5EB3820-E63F-4F47-91F2-3C63FCB69784}" destId="{DCEFB8E8-0B1C-4D73-AD61-D17138CF45A2}" srcOrd="0" destOrd="0" presId="urn:microsoft.com/office/officeart/2018/2/layout/IconLabelDescriptionList"/>
    <dgm:cxn modelId="{DE8EC54A-AE03-43E3-8501-33197929B79D}" srcId="{7279DEF2-39A7-4299-A3E8-E7D1FCC32DA7}" destId="{6EA5089F-5CF6-4216-9F98-765EDFE7E4AA}" srcOrd="4" destOrd="0" parTransId="{1308ACBF-0A18-4C88-AD73-F93ACD66B8C3}" sibTransId="{42294617-6DA5-479F-9356-0B11211ACB7B}"/>
    <dgm:cxn modelId="{782F3D4F-4AF4-4E52-BD67-CA1359A623CF}" srcId="{7279DEF2-39A7-4299-A3E8-E7D1FCC32DA7}" destId="{553F084C-6936-47AE-9991-203430219BB4}" srcOrd="3" destOrd="0" parTransId="{D326E22B-986F-44F1-BD48-E5B0329C8CDC}" sibTransId="{75CFF0F4-2331-496B-B34D-FE496CF1A716}"/>
    <dgm:cxn modelId="{6FB3FB63-B10E-411C-BE1B-865BDAF40F23}" type="presOf" srcId="{6EA5089F-5CF6-4216-9F98-765EDFE7E4AA}" destId="{383ED51D-7B54-4F81-B61A-91AFC904ED73}" srcOrd="0" destOrd="4" presId="urn:microsoft.com/office/officeart/2018/2/layout/IconLabelDescriptionList"/>
    <dgm:cxn modelId="{A183D290-8A40-46E8-A7F5-77B1050DE5E0}" type="presOf" srcId="{D84C5D50-ABCA-45E5-97D7-3641573BA922}" destId="{383ED51D-7B54-4F81-B61A-91AFC904ED73}" srcOrd="0" destOrd="1" presId="urn:microsoft.com/office/officeart/2018/2/layout/IconLabelDescriptionList"/>
    <dgm:cxn modelId="{49AD3294-F27F-4C73-BBDA-65198F47C4EE}" type="presOf" srcId="{FA452E65-17C2-413C-BB45-BEE4D6FF74F2}" destId="{383ED51D-7B54-4F81-B61A-91AFC904ED73}" srcOrd="0" destOrd="2" presId="urn:microsoft.com/office/officeart/2018/2/layout/IconLabelDescriptionList"/>
    <dgm:cxn modelId="{AEB22B95-A9AD-46C9-98F7-763C334102CD}" srcId="{F5EB3820-E63F-4F47-91F2-3C63FCB69784}" destId="{7279DEF2-39A7-4299-A3E8-E7D1FCC32DA7}" srcOrd="1" destOrd="0" parTransId="{405C3CAB-3ED3-43F1-BA7B-DA6B3F4A4281}" sibTransId="{43C01FED-613D-41D1-A5F6-FCCB52E5351D}"/>
    <dgm:cxn modelId="{967180A6-C784-40E1-BA82-89F7EB56BE59}" srcId="{7279DEF2-39A7-4299-A3E8-E7D1FCC32DA7}" destId="{FA452E65-17C2-413C-BB45-BEE4D6FF74F2}" srcOrd="2" destOrd="0" parTransId="{6FC10928-E9E4-4A13-840B-6C6DF24DA613}" sibTransId="{9F14D5A0-986F-42F3-9552-AA3B8D231B75}"/>
    <dgm:cxn modelId="{81319EA6-7D37-429F-8D79-9DF2DE1FB54A}" srcId="{7279DEF2-39A7-4299-A3E8-E7D1FCC32DA7}" destId="{597FF238-7577-4806-8685-0E324DCB9B86}" srcOrd="0" destOrd="0" parTransId="{FD891C66-393B-4BAB-AFB2-946C1164FB52}" sibTransId="{E923657C-96BD-4DB5-AAA2-3D6643A44EDF}"/>
    <dgm:cxn modelId="{859905E3-7136-4CB4-94B0-ACBD1D444AC6}" type="presParOf" srcId="{DCEFB8E8-0B1C-4D73-AD61-D17138CF45A2}" destId="{5791FF6F-2078-43A5-AA1C-6F7EB70E9F62}" srcOrd="0" destOrd="0" presId="urn:microsoft.com/office/officeart/2018/2/layout/IconLabelDescriptionList"/>
    <dgm:cxn modelId="{927D81B2-DF4A-4A7B-B1F7-58284D18D8AE}" type="presParOf" srcId="{5791FF6F-2078-43A5-AA1C-6F7EB70E9F62}" destId="{41702E4D-9AFC-42D0-A495-444FEDBB4894}" srcOrd="0" destOrd="0" presId="urn:microsoft.com/office/officeart/2018/2/layout/IconLabelDescriptionList"/>
    <dgm:cxn modelId="{47B8DC0B-D8B4-45E5-AE0E-BFB5CB6919F4}" type="presParOf" srcId="{5791FF6F-2078-43A5-AA1C-6F7EB70E9F62}" destId="{696F02DB-EF11-41A7-96E9-ECDEF9736187}" srcOrd="1" destOrd="0" presId="urn:microsoft.com/office/officeart/2018/2/layout/IconLabelDescriptionList"/>
    <dgm:cxn modelId="{ABBC5528-7771-4DA1-A0AC-E44536C84876}" type="presParOf" srcId="{5791FF6F-2078-43A5-AA1C-6F7EB70E9F62}" destId="{7251DB3D-C047-4D0B-84BF-DA07833713BB}" srcOrd="2" destOrd="0" presId="urn:microsoft.com/office/officeart/2018/2/layout/IconLabelDescriptionList"/>
    <dgm:cxn modelId="{75F3C217-FE18-442F-A669-B41EBE6B66D5}" type="presParOf" srcId="{5791FF6F-2078-43A5-AA1C-6F7EB70E9F62}" destId="{367C7077-46E4-47CE-87DA-350A3BE127BA}" srcOrd="3" destOrd="0" presId="urn:microsoft.com/office/officeart/2018/2/layout/IconLabelDescriptionList"/>
    <dgm:cxn modelId="{0227D021-0994-4010-B51B-155757A76FBF}" type="presParOf" srcId="{5791FF6F-2078-43A5-AA1C-6F7EB70E9F62}" destId="{9A6DC4DC-7D1A-4532-8C9E-844EE49C819A}" srcOrd="4" destOrd="0" presId="urn:microsoft.com/office/officeart/2018/2/layout/IconLabelDescriptionList"/>
    <dgm:cxn modelId="{D6AA1B77-AB8D-4B31-A1D2-0B896974CCD8}" type="presParOf" srcId="{DCEFB8E8-0B1C-4D73-AD61-D17138CF45A2}" destId="{C0CCD292-EFC9-4FCB-B740-487D7593E10B}" srcOrd="1" destOrd="0" presId="urn:microsoft.com/office/officeart/2018/2/layout/IconLabelDescriptionList"/>
    <dgm:cxn modelId="{9B8E57F0-0066-4430-94B6-092DF9B8214D}" type="presParOf" srcId="{DCEFB8E8-0B1C-4D73-AD61-D17138CF45A2}" destId="{693E46BC-DB33-4C07-8EAE-646DDF9073CB}" srcOrd="2" destOrd="0" presId="urn:microsoft.com/office/officeart/2018/2/layout/IconLabelDescriptionList"/>
    <dgm:cxn modelId="{948B0C16-4DD7-4DDD-85CB-032530158594}" type="presParOf" srcId="{693E46BC-DB33-4C07-8EAE-646DDF9073CB}" destId="{3F76EC80-507E-4F47-88EA-7CBBB2361145}" srcOrd="0" destOrd="0" presId="urn:microsoft.com/office/officeart/2018/2/layout/IconLabelDescriptionList"/>
    <dgm:cxn modelId="{050B0BF9-324B-449C-872E-7C09BAB1C0CE}" type="presParOf" srcId="{693E46BC-DB33-4C07-8EAE-646DDF9073CB}" destId="{9526FCF4-7D1A-472F-AD88-079A101E3EAB}" srcOrd="1" destOrd="0" presId="urn:microsoft.com/office/officeart/2018/2/layout/IconLabelDescriptionList"/>
    <dgm:cxn modelId="{21351519-68E0-46CE-93F3-D46F153A86C3}" type="presParOf" srcId="{693E46BC-DB33-4C07-8EAE-646DDF9073CB}" destId="{540C9501-262C-437F-BA4E-775D3146D99C}" srcOrd="2" destOrd="0" presId="urn:microsoft.com/office/officeart/2018/2/layout/IconLabelDescriptionList"/>
    <dgm:cxn modelId="{DAC1F220-ACFB-4F0B-AC56-3000EE892F33}" type="presParOf" srcId="{693E46BC-DB33-4C07-8EAE-646DDF9073CB}" destId="{4612CFA8-EFE6-4E47-B29E-7DA7BC373DEC}" srcOrd="3" destOrd="0" presId="urn:microsoft.com/office/officeart/2018/2/layout/IconLabelDescriptionList"/>
    <dgm:cxn modelId="{CA6E71A3-7470-42C9-BEAB-C4DFF7D0A834}" type="presParOf" srcId="{693E46BC-DB33-4C07-8EAE-646DDF9073CB}" destId="{383ED51D-7B54-4F81-B61A-91AFC904ED73}"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8B4AA6-A38C-4A01-91B6-4852A1C571D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5905E36-E8D8-40EC-B91B-643ED44A74DE}">
      <dgm:prSet/>
      <dgm:spPr/>
      <dgm:t>
        <a:bodyPr/>
        <a:lstStyle/>
        <a:p>
          <a:r>
            <a:rPr lang="en-US"/>
            <a:t>SOFTWARE:  Cybersecurity </a:t>
          </a:r>
          <a:r>
            <a:rPr lang="en-US" dirty="0"/>
            <a:t>software protects system network and data from unauthorized activities examples include anti-virus, firewall, VPN, network analyzers such as Wireshark and port scanner, anti-keylogger software for keyboard, file and cloud encryption software like ax crypt </a:t>
          </a:r>
        </a:p>
      </dgm:t>
    </dgm:pt>
    <dgm:pt modelId="{F8276DEF-96C4-47F5-A158-D5CA3D977DE5}" type="parTrans" cxnId="{D0D2A8D3-9C28-4F89-A96C-A9FB67AD9075}">
      <dgm:prSet/>
      <dgm:spPr/>
      <dgm:t>
        <a:bodyPr/>
        <a:lstStyle/>
        <a:p>
          <a:endParaRPr lang="en-US"/>
        </a:p>
      </dgm:t>
    </dgm:pt>
    <dgm:pt modelId="{E9EF791D-631E-44B4-B5CC-E776CC3AC77C}" type="sibTrans" cxnId="{D0D2A8D3-9C28-4F89-A96C-A9FB67AD9075}">
      <dgm:prSet/>
      <dgm:spPr/>
      <dgm:t>
        <a:bodyPr/>
        <a:lstStyle/>
        <a:p>
          <a:endParaRPr lang="en-US"/>
        </a:p>
      </dgm:t>
    </dgm:pt>
    <dgm:pt modelId="{80C649AF-1F65-49DD-A52B-1B88EADC7594}">
      <dgm:prSet/>
      <dgm:spPr/>
      <dgm:t>
        <a:bodyPr/>
        <a:lstStyle/>
        <a:p>
          <a:r>
            <a:rPr lang="en-US" dirty="0"/>
            <a:t>HARDWARE: Protect the integrity of computer hardware from unauthorized users , examples include physical firewall, endpoint encryption for hardware such as YubiKey for multifactor authentication prior to login, and tamper proofing hardware, faraday cage or faraday bag to prevent EMS pulse attacks </a:t>
          </a:r>
          <a:r>
            <a:rPr lang="en-US" dirty="0" err="1"/>
            <a:t>etc</a:t>
          </a:r>
          <a:r>
            <a:rPr lang="en-US" dirty="0"/>
            <a:t> …</a:t>
          </a:r>
        </a:p>
      </dgm:t>
    </dgm:pt>
    <dgm:pt modelId="{F1C6D189-2C1A-47E3-8243-47F352EFF009}" type="parTrans" cxnId="{31EAF8A1-3956-4576-AA8C-620AD60556FE}">
      <dgm:prSet/>
      <dgm:spPr/>
      <dgm:t>
        <a:bodyPr/>
        <a:lstStyle/>
        <a:p>
          <a:endParaRPr lang="en-US"/>
        </a:p>
      </dgm:t>
    </dgm:pt>
    <dgm:pt modelId="{C41B0792-9D6C-4821-947C-FF3A17DA28EF}" type="sibTrans" cxnId="{31EAF8A1-3956-4576-AA8C-620AD60556FE}">
      <dgm:prSet/>
      <dgm:spPr/>
      <dgm:t>
        <a:bodyPr/>
        <a:lstStyle/>
        <a:p>
          <a:endParaRPr lang="en-US"/>
        </a:p>
      </dgm:t>
    </dgm:pt>
    <dgm:pt modelId="{8A6A2EDB-825F-46E9-9334-0E837783B004}" type="pres">
      <dgm:prSet presAssocID="{7E8B4AA6-A38C-4A01-91B6-4852A1C571D3}" presName="root" presStyleCnt="0">
        <dgm:presLayoutVars>
          <dgm:dir/>
          <dgm:resizeHandles val="exact"/>
        </dgm:presLayoutVars>
      </dgm:prSet>
      <dgm:spPr/>
    </dgm:pt>
    <dgm:pt modelId="{88AEC381-5E30-4765-97B3-064021E4D09E}" type="pres">
      <dgm:prSet presAssocID="{C5905E36-E8D8-40EC-B91B-643ED44A74DE}" presName="compNode" presStyleCnt="0"/>
      <dgm:spPr/>
    </dgm:pt>
    <dgm:pt modelId="{77FF2B5B-B41F-49CA-AB6E-54DA13964914}" type="pres">
      <dgm:prSet presAssocID="{C5905E36-E8D8-40EC-B91B-643ED44A74DE}" presName="bgRect" presStyleLbl="bgShp" presStyleIdx="0" presStyleCnt="2"/>
      <dgm:spPr/>
    </dgm:pt>
    <dgm:pt modelId="{A1B95ABB-499D-4629-BA71-7BC73C1634D2}" type="pres">
      <dgm:prSet presAssocID="{C5905E36-E8D8-40EC-B91B-643ED44A74D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697A658-A47A-41FB-BAEF-9259A57B6A58}" type="pres">
      <dgm:prSet presAssocID="{C5905E36-E8D8-40EC-B91B-643ED44A74DE}" presName="spaceRect" presStyleCnt="0"/>
      <dgm:spPr/>
    </dgm:pt>
    <dgm:pt modelId="{176AAC36-2A5A-4B1F-A4D3-7CEF6FDD0F55}" type="pres">
      <dgm:prSet presAssocID="{C5905E36-E8D8-40EC-B91B-643ED44A74DE}" presName="parTx" presStyleLbl="revTx" presStyleIdx="0" presStyleCnt="2">
        <dgm:presLayoutVars>
          <dgm:chMax val="0"/>
          <dgm:chPref val="0"/>
        </dgm:presLayoutVars>
      </dgm:prSet>
      <dgm:spPr/>
    </dgm:pt>
    <dgm:pt modelId="{EDF525BC-CD8E-4224-9CF8-E5E0DAD3DB75}" type="pres">
      <dgm:prSet presAssocID="{E9EF791D-631E-44B4-B5CC-E776CC3AC77C}" presName="sibTrans" presStyleCnt="0"/>
      <dgm:spPr/>
    </dgm:pt>
    <dgm:pt modelId="{97498618-1F5D-444A-A7F6-BF4E26E5D48C}" type="pres">
      <dgm:prSet presAssocID="{80C649AF-1F65-49DD-A52B-1B88EADC7594}" presName="compNode" presStyleCnt="0"/>
      <dgm:spPr/>
    </dgm:pt>
    <dgm:pt modelId="{162E4C92-E3FF-4ED2-9A2E-B2ACCA8DBD9B}" type="pres">
      <dgm:prSet presAssocID="{80C649AF-1F65-49DD-A52B-1B88EADC7594}" presName="bgRect" presStyleLbl="bgShp" presStyleIdx="1" presStyleCnt="2"/>
      <dgm:spPr/>
    </dgm:pt>
    <dgm:pt modelId="{9C7FB584-066A-426E-B577-BA5593F6806E}" type="pres">
      <dgm:prSet presAssocID="{80C649AF-1F65-49DD-A52B-1B88EADC759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77D8473E-6554-4612-935B-1BC0AB2CB802}" type="pres">
      <dgm:prSet presAssocID="{80C649AF-1F65-49DD-A52B-1B88EADC7594}" presName="spaceRect" presStyleCnt="0"/>
      <dgm:spPr/>
    </dgm:pt>
    <dgm:pt modelId="{64E57AE8-B048-41FE-A848-484F892A4845}" type="pres">
      <dgm:prSet presAssocID="{80C649AF-1F65-49DD-A52B-1B88EADC7594}" presName="parTx" presStyleLbl="revTx" presStyleIdx="1" presStyleCnt="2">
        <dgm:presLayoutVars>
          <dgm:chMax val="0"/>
          <dgm:chPref val="0"/>
        </dgm:presLayoutVars>
      </dgm:prSet>
      <dgm:spPr/>
    </dgm:pt>
  </dgm:ptLst>
  <dgm:cxnLst>
    <dgm:cxn modelId="{4234774B-1E6B-4079-B824-7051AA963FA9}" type="presOf" srcId="{80C649AF-1F65-49DD-A52B-1B88EADC7594}" destId="{64E57AE8-B048-41FE-A848-484F892A4845}" srcOrd="0" destOrd="0" presId="urn:microsoft.com/office/officeart/2018/2/layout/IconVerticalSolidList"/>
    <dgm:cxn modelId="{59078C54-28FE-4F10-87BD-0C3D7F024E4A}" type="presOf" srcId="{C5905E36-E8D8-40EC-B91B-643ED44A74DE}" destId="{176AAC36-2A5A-4B1F-A4D3-7CEF6FDD0F55}" srcOrd="0" destOrd="0" presId="urn:microsoft.com/office/officeart/2018/2/layout/IconVerticalSolidList"/>
    <dgm:cxn modelId="{31EAF8A1-3956-4576-AA8C-620AD60556FE}" srcId="{7E8B4AA6-A38C-4A01-91B6-4852A1C571D3}" destId="{80C649AF-1F65-49DD-A52B-1B88EADC7594}" srcOrd="1" destOrd="0" parTransId="{F1C6D189-2C1A-47E3-8243-47F352EFF009}" sibTransId="{C41B0792-9D6C-4821-947C-FF3A17DA28EF}"/>
    <dgm:cxn modelId="{D0D2A8D3-9C28-4F89-A96C-A9FB67AD9075}" srcId="{7E8B4AA6-A38C-4A01-91B6-4852A1C571D3}" destId="{C5905E36-E8D8-40EC-B91B-643ED44A74DE}" srcOrd="0" destOrd="0" parTransId="{F8276DEF-96C4-47F5-A158-D5CA3D977DE5}" sibTransId="{E9EF791D-631E-44B4-B5CC-E776CC3AC77C}"/>
    <dgm:cxn modelId="{728A86F1-2E4D-4E95-AE1A-2244E4098145}" type="presOf" srcId="{7E8B4AA6-A38C-4A01-91B6-4852A1C571D3}" destId="{8A6A2EDB-825F-46E9-9334-0E837783B004}" srcOrd="0" destOrd="0" presId="urn:microsoft.com/office/officeart/2018/2/layout/IconVerticalSolidList"/>
    <dgm:cxn modelId="{3B0A965A-B418-4F6A-9B4A-342455DA9D3E}" type="presParOf" srcId="{8A6A2EDB-825F-46E9-9334-0E837783B004}" destId="{88AEC381-5E30-4765-97B3-064021E4D09E}" srcOrd="0" destOrd="0" presId="urn:microsoft.com/office/officeart/2018/2/layout/IconVerticalSolidList"/>
    <dgm:cxn modelId="{B78F22CC-3A78-4DFC-BBF6-D00177AE3958}" type="presParOf" srcId="{88AEC381-5E30-4765-97B3-064021E4D09E}" destId="{77FF2B5B-B41F-49CA-AB6E-54DA13964914}" srcOrd="0" destOrd="0" presId="urn:microsoft.com/office/officeart/2018/2/layout/IconVerticalSolidList"/>
    <dgm:cxn modelId="{2151E9C9-D642-404F-942C-446CDF0A2198}" type="presParOf" srcId="{88AEC381-5E30-4765-97B3-064021E4D09E}" destId="{A1B95ABB-499D-4629-BA71-7BC73C1634D2}" srcOrd="1" destOrd="0" presId="urn:microsoft.com/office/officeart/2018/2/layout/IconVerticalSolidList"/>
    <dgm:cxn modelId="{0B1460DC-8CBF-408F-BFEC-BD86FF6738B1}" type="presParOf" srcId="{88AEC381-5E30-4765-97B3-064021E4D09E}" destId="{F697A658-A47A-41FB-BAEF-9259A57B6A58}" srcOrd="2" destOrd="0" presId="urn:microsoft.com/office/officeart/2018/2/layout/IconVerticalSolidList"/>
    <dgm:cxn modelId="{1ADB62D8-9A46-41D8-B361-E86693AE87CB}" type="presParOf" srcId="{88AEC381-5E30-4765-97B3-064021E4D09E}" destId="{176AAC36-2A5A-4B1F-A4D3-7CEF6FDD0F55}" srcOrd="3" destOrd="0" presId="urn:microsoft.com/office/officeart/2018/2/layout/IconVerticalSolidList"/>
    <dgm:cxn modelId="{B4B1F52B-42F6-4E44-817F-34962A22809C}" type="presParOf" srcId="{8A6A2EDB-825F-46E9-9334-0E837783B004}" destId="{EDF525BC-CD8E-4224-9CF8-E5E0DAD3DB75}" srcOrd="1" destOrd="0" presId="urn:microsoft.com/office/officeart/2018/2/layout/IconVerticalSolidList"/>
    <dgm:cxn modelId="{F4DA8256-95D3-4141-9D61-ACFF23C37159}" type="presParOf" srcId="{8A6A2EDB-825F-46E9-9334-0E837783B004}" destId="{97498618-1F5D-444A-A7F6-BF4E26E5D48C}" srcOrd="2" destOrd="0" presId="urn:microsoft.com/office/officeart/2018/2/layout/IconVerticalSolidList"/>
    <dgm:cxn modelId="{16945E47-372F-471A-A77D-329057076AD3}" type="presParOf" srcId="{97498618-1F5D-444A-A7F6-BF4E26E5D48C}" destId="{162E4C92-E3FF-4ED2-9A2E-B2ACCA8DBD9B}" srcOrd="0" destOrd="0" presId="urn:microsoft.com/office/officeart/2018/2/layout/IconVerticalSolidList"/>
    <dgm:cxn modelId="{3F2F1B7D-FCA7-46E3-8AC0-A091C9079C31}" type="presParOf" srcId="{97498618-1F5D-444A-A7F6-BF4E26E5D48C}" destId="{9C7FB584-066A-426E-B577-BA5593F6806E}" srcOrd="1" destOrd="0" presId="urn:microsoft.com/office/officeart/2018/2/layout/IconVerticalSolidList"/>
    <dgm:cxn modelId="{C26E6D09-6597-45D1-B32C-6A005B3A68EA}" type="presParOf" srcId="{97498618-1F5D-444A-A7F6-BF4E26E5D48C}" destId="{77D8473E-6554-4612-935B-1BC0AB2CB802}" srcOrd="2" destOrd="0" presId="urn:microsoft.com/office/officeart/2018/2/layout/IconVerticalSolidList"/>
    <dgm:cxn modelId="{5AD47BEA-5014-4A16-80B4-EC86AC7F6228}" type="presParOf" srcId="{97498618-1F5D-444A-A7F6-BF4E26E5D48C}" destId="{64E57AE8-B048-41FE-A848-484F892A484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25B1C5-2737-4B86-9F8E-CDB30ACED84D}"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2FD8A6A-F05A-4145-9583-EC6DD9CD96C8}">
      <dgm:prSet custT="1"/>
      <dgm:spPr/>
      <dgm:t>
        <a:bodyPr/>
        <a:lstStyle/>
        <a:p>
          <a:pPr>
            <a:lnSpc>
              <a:spcPct val="100000"/>
            </a:lnSpc>
            <a:defRPr b="1"/>
          </a:pPr>
          <a:r>
            <a:rPr lang="en-US" sz="5400" dirty="0"/>
            <a:t>What is Encryption?</a:t>
          </a:r>
        </a:p>
      </dgm:t>
    </dgm:pt>
    <dgm:pt modelId="{E63AC6F7-357F-4161-B085-14F46F4E6210}" type="parTrans" cxnId="{A4950EA0-1268-4789-B664-677C6EC50C8E}">
      <dgm:prSet/>
      <dgm:spPr/>
      <dgm:t>
        <a:bodyPr/>
        <a:lstStyle/>
        <a:p>
          <a:endParaRPr lang="en-US"/>
        </a:p>
      </dgm:t>
    </dgm:pt>
    <dgm:pt modelId="{AF6162BC-7478-447F-8009-D6AE1A029C56}" type="sibTrans" cxnId="{A4950EA0-1268-4789-B664-677C6EC50C8E}">
      <dgm:prSet/>
      <dgm:spPr/>
      <dgm:t>
        <a:bodyPr/>
        <a:lstStyle/>
        <a:p>
          <a:endParaRPr lang="en-US"/>
        </a:p>
      </dgm:t>
    </dgm:pt>
    <dgm:pt modelId="{AF98DA70-3046-4DDF-9537-7403821C63E8}">
      <dgm:prSet/>
      <dgm:spPr/>
      <dgm:t>
        <a:bodyPr/>
        <a:lstStyle/>
        <a:p>
          <a:pPr>
            <a:lnSpc>
              <a:spcPct val="100000"/>
            </a:lnSpc>
            <a:defRPr b="1"/>
          </a:pPr>
          <a:r>
            <a:rPr lang="en-US" b="1" baseline="0" dirty="0">
              <a:solidFill>
                <a:schemeClr val="tx2"/>
              </a:solidFill>
            </a:rPr>
            <a:t>Encryption is securing data via standard algorithm to protect information via </a:t>
          </a:r>
          <a:r>
            <a:rPr lang="en-US" b="1" baseline="0">
              <a:solidFill>
                <a:schemeClr val="tx2"/>
              </a:solidFill>
            </a:rPr>
            <a:t>public transfer (</a:t>
          </a:r>
          <a:r>
            <a:rPr lang="en-US" b="1" baseline="0" dirty="0">
              <a:solidFill>
                <a:schemeClr val="tx2"/>
              </a:solidFill>
            </a:rPr>
            <a:t>a subset of cybersecurity) with the aim of ensuring privacy and integrity of system, network and communication during data transfer or data storage</a:t>
          </a:r>
        </a:p>
      </dgm:t>
    </dgm:pt>
    <dgm:pt modelId="{5211AB5C-97C0-49F2-A816-2588DCF16460}" type="parTrans" cxnId="{2047BB25-D42F-4341-ACEB-58D3095D8794}">
      <dgm:prSet/>
      <dgm:spPr/>
      <dgm:t>
        <a:bodyPr/>
        <a:lstStyle/>
        <a:p>
          <a:endParaRPr lang="en-US"/>
        </a:p>
      </dgm:t>
    </dgm:pt>
    <dgm:pt modelId="{9740D077-F352-464A-958D-422514135734}" type="sibTrans" cxnId="{2047BB25-D42F-4341-ACEB-58D3095D8794}">
      <dgm:prSet/>
      <dgm:spPr/>
      <dgm:t>
        <a:bodyPr/>
        <a:lstStyle/>
        <a:p>
          <a:endParaRPr lang="en-US"/>
        </a:p>
      </dgm:t>
    </dgm:pt>
    <dgm:pt modelId="{92626058-9CA0-4655-B3A2-7C0B970B6140}">
      <dgm:prSet/>
      <dgm:spPr/>
      <dgm:t>
        <a:bodyPr/>
        <a:lstStyle/>
        <a:p>
          <a:pPr>
            <a:lnSpc>
              <a:spcPct val="100000"/>
            </a:lnSpc>
          </a:pPr>
          <a:endParaRPr lang="en-US" dirty="0"/>
        </a:p>
      </dgm:t>
    </dgm:pt>
    <dgm:pt modelId="{07BDBD44-66C5-4714-BA07-58ACA4FA4058}" type="parTrans" cxnId="{32A59F17-C09A-4C89-A6C0-36012C53AEA8}">
      <dgm:prSet/>
      <dgm:spPr/>
      <dgm:t>
        <a:bodyPr/>
        <a:lstStyle/>
        <a:p>
          <a:endParaRPr lang="en-US"/>
        </a:p>
      </dgm:t>
    </dgm:pt>
    <dgm:pt modelId="{8992C94C-44B0-404D-A223-7B3FD48706EC}" type="sibTrans" cxnId="{32A59F17-C09A-4C89-A6C0-36012C53AEA8}">
      <dgm:prSet/>
      <dgm:spPr/>
      <dgm:t>
        <a:bodyPr/>
        <a:lstStyle/>
        <a:p>
          <a:endParaRPr lang="en-US"/>
        </a:p>
      </dgm:t>
    </dgm:pt>
    <dgm:pt modelId="{99AB96B3-2B02-4071-BBEE-30DDC5D2377B}" type="pres">
      <dgm:prSet presAssocID="{F925B1C5-2737-4B86-9F8E-CDB30ACED84D}" presName="root" presStyleCnt="0">
        <dgm:presLayoutVars>
          <dgm:dir/>
          <dgm:resizeHandles val="exact"/>
        </dgm:presLayoutVars>
      </dgm:prSet>
      <dgm:spPr/>
    </dgm:pt>
    <dgm:pt modelId="{78A6E0E2-ECD0-454B-9328-3F68D7DB28FD}" type="pres">
      <dgm:prSet presAssocID="{F2FD8A6A-F05A-4145-9583-EC6DD9CD96C8}" presName="compNode" presStyleCnt="0"/>
      <dgm:spPr/>
    </dgm:pt>
    <dgm:pt modelId="{FB0ACF1D-CC2E-4D5C-8F29-76C8B2E8AAE3}" type="pres">
      <dgm:prSet presAssocID="{F2FD8A6A-F05A-4145-9583-EC6DD9CD96C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7C9F9974-CA96-4BA1-81EA-1EB720B78FF5}" type="pres">
      <dgm:prSet presAssocID="{F2FD8A6A-F05A-4145-9583-EC6DD9CD96C8}" presName="iconSpace" presStyleCnt="0"/>
      <dgm:spPr/>
    </dgm:pt>
    <dgm:pt modelId="{BB441FBB-E6A9-4816-A233-E5965143717E}" type="pres">
      <dgm:prSet presAssocID="{F2FD8A6A-F05A-4145-9583-EC6DD9CD96C8}" presName="parTx" presStyleLbl="revTx" presStyleIdx="0" presStyleCnt="4">
        <dgm:presLayoutVars>
          <dgm:chMax val="0"/>
          <dgm:chPref val="0"/>
        </dgm:presLayoutVars>
      </dgm:prSet>
      <dgm:spPr/>
    </dgm:pt>
    <dgm:pt modelId="{7114BC56-9CE8-41B6-A7A2-BF67935C672B}" type="pres">
      <dgm:prSet presAssocID="{F2FD8A6A-F05A-4145-9583-EC6DD9CD96C8}" presName="txSpace" presStyleCnt="0"/>
      <dgm:spPr/>
    </dgm:pt>
    <dgm:pt modelId="{C3C6DF2A-2DDA-4092-85C2-7EDC6FF97488}" type="pres">
      <dgm:prSet presAssocID="{F2FD8A6A-F05A-4145-9583-EC6DD9CD96C8}" presName="desTx" presStyleLbl="revTx" presStyleIdx="1" presStyleCnt="4">
        <dgm:presLayoutVars/>
      </dgm:prSet>
      <dgm:spPr/>
    </dgm:pt>
    <dgm:pt modelId="{88817E36-C9FE-4AB1-8C04-C9ABD3A75BC3}" type="pres">
      <dgm:prSet presAssocID="{AF6162BC-7478-447F-8009-D6AE1A029C56}" presName="sibTrans" presStyleCnt="0"/>
      <dgm:spPr/>
    </dgm:pt>
    <dgm:pt modelId="{48B3567B-D7ED-4F4F-84E9-3A1D59F9AA00}" type="pres">
      <dgm:prSet presAssocID="{AF98DA70-3046-4DDF-9537-7403821C63E8}" presName="compNode" presStyleCnt="0"/>
      <dgm:spPr/>
    </dgm:pt>
    <dgm:pt modelId="{ED78E3E6-8308-422B-ABEB-833D3E9F9762}" type="pres">
      <dgm:prSet presAssocID="{AF98DA70-3046-4DDF-9537-7403821C63E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94C67C02-168B-424C-86B2-181356C7B1E0}" type="pres">
      <dgm:prSet presAssocID="{AF98DA70-3046-4DDF-9537-7403821C63E8}" presName="iconSpace" presStyleCnt="0"/>
      <dgm:spPr/>
    </dgm:pt>
    <dgm:pt modelId="{26D5D203-24AD-4106-BA55-5F1DDA181329}" type="pres">
      <dgm:prSet presAssocID="{AF98DA70-3046-4DDF-9537-7403821C63E8}" presName="parTx" presStyleLbl="revTx" presStyleIdx="2" presStyleCnt="4">
        <dgm:presLayoutVars>
          <dgm:chMax val="0"/>
          <dgm:chPref val="0"/>
        </dgm:presLayoutVars>
      </dgm:prSet>
      <dgm:spPr/>
    </dgm:pt>
    <dgm:pt modelId="{55B06A38-3592-450D-BEB8-86C5D6ABF639}" type="pres">
      <dgm:prSet presAssocID="{AF98DA70-3046-4DDF-9537-7403821C63E8}" presName="txSpace" presStyleCnt="0"/>
      <dgm:spPr/>
    </dgm:pt>
    <dgm:pt modelId="{1D763601-5B13-4E10-A833-58833E6C0ABE}" type="pres">
      <dgm:prSet presAssocID="{AF98DA70-3046-4DDF-9537-7403821C63E8}" presName="desTx" presStyleLbl="revTx" presStyleIdx="3" presStyleCnt="4">
        <dgm:presLayoutVars/>
      </dgm:prSet>
      <dgm:spPr/>
    </dgm:pt>
  </dgm:ptLst>
  <dgm:cxnLst>
    <dgm:cxn modelId="{8A7A3404-D1A8-4D1F-8733-6F4DA4CEB546}" type="presOf" srcId="{F2FD8A6A-F05A-4145-9583-EC6DD9CD96C8}" destId="{BB441FBB-E6A9-4816-A233-E5965143717E}" srcOrd="0" destOrd="0" presId="urn:microsoft.com/office/officeart/2018/5/layout/CenteredIconLabelDescriptionList"/>
    <dgm:cxn modelId="{32A59F17-C09A-4C89-A6C0-36012C53AEA8}" srcId="{AF98DA70-3046-4DDF-9537-7403821C63E8}" destId="{92626058-9CA0-4655-B3A2-7C0B970B6140}" srcOrd="0" destOrd="0" parTransId="{07BDBD44-66C5-4714-BA07-58ACA4FA4058}" sibTransId="{8992C94C-44B0-404D-A223-7B3FD48706EC}"/>
    <dgm:cxn modelId="{2047BB25-D42F-4341-ACEB-58D3095D8794}" srcId="{F925B1C5-2737-4B86-9F8E-CDB30ACED84D}" destId="{AF98DA70-3046-4DDF-9537-7403821C63E8}" srcOrd="1" destOrd="0" parTransId="{5211AB5C-97C0-49F2-A816-2588DCF16460}" sibTransId="{9740D077-F352-464A-958D-422514135734}"/>
    <dgm:cxn modelId="{5B6A6C2F-D588-4065-81FA-82714BC63BBC}" type="presOf" srcId="{AF98DA70-3046-4DDF-9537-7403821C63E8}" destId="{26D5D203-24AD-4106-BA55-5F1DDA181329}" srcOrd="0" destOrd="0" presId="urn:microsoft.com/office/officeart/2018/5/layout/CenteredIconLabelDescriptionList"/>
    <dgm:cxn modelId="{3A269C58-A9FB-4B86-B13F-F7A9EDD475E6}" type="presOf" srcId="{F925B1C5-2737-4B86-9F8E-CDB30ACED84D}" destId="{99AB96B3-2B02-4071-BBEE-30DDC5D2377B}" srcOrd="0" destOrd="0" presId="urn:microsoft.com/office/officeart/2018/5/layout/CenteredIconLabelDescriptionList"/>
    <dgm:cxn modelId="{A4950EA0-1268-4789-B664-677C6EC50C8E}" srcId="{F925B1C5-2737-4B86-9F8E-CDB30ACED84D}" destId="{F2FD8A6A-F05A-4145-9583-EC6DD9CD96C8}" srcOrd="0" destOrd="0" parTransId="{E63AC6F7-357F-4161-B085-14F46F4E6210}" sibTransId="{AF6162BC-7478-447F-8009-D6AE1A029C56}"/>
    <dgm:cxn modelId="{FCE67BC0-5E85-498D-BDDA-130DAF5F71AD}" type="presOf" srcId="{92626058-9CA0-4655-B3A2-7C0B970B6140}" destId="{1D763601-5B13-4E10-A833-58833E6C0ABE}" srcOrd="0" destOrd="0" presId="urn:microsoft.com/office/officeart/2018/5/layout/CenteredIconLabelDescriptionList"/>
    <dgm:cxn modelId="{8E10ADF6-D3B0-456E-A1C3-079903301FE2}" type="presParOf" srcId="{99AB96B3-2B02-4071-BBEE-30DDC5D2377B}" destId="{78A6E0E2-ECD0-454B-9328-3F68D7DB28FD}" srcOrd="0" destOrd="0" presId="urn:microsoft.com/office/officeart/2018/5/layout/CenteredIconLabelDescriptionList"/>
    <dgm:cxn modelId="{615324E1-7C71-4E43-A3A3-288464011781}" type="presParOf" srcId="{78A6E0E2-ECD0-454B-9328-3F68D7DB28FD}" destId="{FB0ACF1D-CC2E-4D5C-8F29-76C8B2E8AAE3}" srcOrd="0" destOrd="0" presId="urn:microsoft.com/office/officeart/2018/5/layout/CenteredIconLabelDescriptionList"/>
    <dgm:cxn modelId="{6C939A9D-B47C-4C69-B47F-AE97DE29414D}" type="presParOf" srcId="{78A6E0E2-ECD0-454B-9328-3F68D7DB28FD}" destId="{7C9F9974-CA96-4BA1-81EA-1EB720B78FF5}" srcOrd="1" destOrd="0" presId="urn:microsoft.com/office/officeart/2018/5/layout/CenteredIconLabelDescriptionList"/>
    <dgm:cxn modelId="{44995972-9B6A-4123-B10D-46D82A052D19}" type="presParOf" srcId="{78A6E0E2-ECD0-454B-9328-3F68D7DB28FD}" destId="{BB441FBB-E6A9-4816-A233-E5965143717E}" srcOrd="2" destOrd="0" presId="urn:microsoft.com/office/officeart/2018/5/layout/CenteredIconLabelDescriptionList"/>
    <dgm:cxn modelId="{7060AB83-CB54-4DE4-9957-8F01C89DE429}" type="presParOf" srcId="{78A6E0E2-ECD0-454B-9328-3F68D7DB28FD}" destId="{7114BC56-9CE8-41B6-A7A2-BF67935C672B}" srcOrd="3" destOrd="0" presId="urn:microsoft.com/office/officeart/2018/5/layout/CenteredIconLabelDescriptionList"/>
    <dgm:cxn modelId="{5265A5CA-6B84-40D4-B68B-D847538F7EEE}" type="presParOf" srcId="{78A6E0E2-ECD0-454B-9328-3F68D7DB28FD}" destId="{C3C6DF2A-2DDA-4092-85C2-7EDC6FF97488}" srcOrd="4" destOrd="0" presId="urn:microsoft.com/office/officeart/2018/5/layout/CenteredIconLabelDescriptionList"/>
    <dgm:cxn modelId="{13BC0811-3538-44B9-A5FC-E223661A2FD5}" type="presParOf" srcId="{99AB96B3-2B02-4071-BBEE-30DDC5D2377B}" destId="{88817E36-C9FE-4AB1-8C04-C9ABD3A75BC3}" srcOrd="1" destOrd="0" presId="urn:microsoft.com/office/officeart/2018/5/layout/CenteredIconLabelDescriptionList"/>
    <dgm:cxn modelId="{B214DDEA-EC87-4799-8D01-34EA14BF1020}" type="presParOf" srcId="{99AB96B3-2B02-4071-BBEE-30DDC5D2377B}" destId="{48B3567B-D7ED-4F4F-84E9-3A1D59F9AA00}" srcOrd="2" destOrd="0" presId="urn:microsoft.com/office/officeart/2018/5/layout/CenteredIconLabelDescriptionList"/>
    <dgm:cxn modelId="{C6A2445A-5B10-45CE-B0F2-42FE88045FA4}" type="presParOf" srcId="{48B3567B-D7ED-4F4F-84E9-3A1D59F9AA00}" destId="{ED78E3E6-8308-422B-ABEB-833D3E9F9762}" srcOrd="0" destOrd="0" presId="urn:microsoft.com/office/officeart/2018/5/layout/CenteredIconLabelDescriptionList"/>
    <dgm:cxn modelId="{789F8545-B477-4F92-B171-7605F5A3D195}" type="presParOf" srcId="{48B3567B-D7ED-4F4F-84E9-3A1D59F9AA00}" destId="{94C67C02-168B-424C-86B2-181356C7B1E0}" srcOrd="1" destOrd="0" presId="urn:microsoft.com/office/officeart/2018/5/layout/CenteredIconLabelDescriptionList"/>
    <dgm:cxn modelId="{14ED11FF-056F-4DD4-B282-8F1EB3FEC917}" type="presParOf" srcId="{48B3567B-D7ED-4F4F-84E9-3A1D59F9AA00}" destId="{26D5D203-24AD-4106-BA55-5F1DDA181329}" srcOrd="2" destOrd="0" presId="urn:microsoft.com/office/officeart/2018/5/layout/CenteredIconLabelDescriptionList"/>
    <dgm:cxn modelId="{261E67CB-F953-4C19-9D67-44E09CF7D4A6}" type="presParOf" srcId="{48B3567B-D7ED-4F4F-84E9-3A1D59F9AA00}" destId="{55B06A38-3592-450D-BEB8-86C5D6ABF639}" srcOrd="3" destOrd="0" presId="urn:microsoft.com/office/officeart/2018/5/layout/CenteredIconLabelDescriptionList"/>
    <dgm:cxn modelId="{D953F05E-C51F-4409-BE41-5E08B520E3FA}" type="presParOf" srcId="{48B3567B-D7ED-4F4F-84E9-3A1D59F9AA00}" destId="{1D763601-5B13-4E10-A833-58833E6C0AB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4117AE-1687-4CC5-961A-1F401F6D8C24}"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46914C8-06AC-4557-8656-E29002EAD811}">
      <dgm:prSet/>
      <dgm:spPr/>
      <dgm:t>
        <a:bodyPr/>
        <a:lstStyle/>
        <a:p>
          <a:pPr>
            <a:lnSpc>
              <a:spcPct val="100000"/>
            </a:lnSpc>
          </a:pPr>
          <a:r>
            <a:rPr lang="en-US" dirty="0"/>
            <a:t>Almost all cyberbreach involve malicious collection of data (personal or financial) or denial of service/ access. The data science field is involved in the analysis of data, some common cybersecurity breach over the past 10 years are: </a:t>
          </a:r>
        </a:p>
        <a:p>
          <a:pPr>
            <a:lnSpc>
              <a:spcPct val="100000"/>
            </a:lnSpc>
          </a:pPr>
          <a:r>
            <a:rPr lang="en-US" dirty="0"/>
            <a:t>Equifax (2017)</a:t>
          </a:r>
        </a:p>
        <a:p>
          <a:pPr>
            <a:lnSpc>
              <a:spcPct val="100000"/>
            </a:lnSpc>
          </a:pPr>
          <a:r>
            <a:rPr lang="en-US" dirty="0"/>
            <a:t>Yahoo (2013-2014)</a:t>
          </a:r>
        </a:p>
        <a:p>
          <a:pPr>
            <a:lnSpc>
              <a:spcPct val="100000"/>
            </a:lnSpc>
          </a:pPr>
          <a:r>
            <a:rPr lang="en-US" dirty="0"/>
            <a:t>LinkedIn (2019/2021)</a:t>
          </a:r>
        </a:p>
        <a:p>
          <a:pPr>
            <a:lnSpc>
              <a:spcPct val="100000"/>
            </a:lnSpc>
          </a:pPr>
          <a:r>
            <a:rPr lang="en-US" dirty="0"/>
            <a:t>Facebook (2019)</a:t>
          </a:r>
        </a:p>
        <a:p>
          <a:endParaRPr lang="en-US" dirty="0"/>
        </a:p>
      </dgm:t>
    </dgm:pt>
    <dgm:pt modelId="{AD381C92-AB78-456B-9532-B5E8B14D6BCD}" type="parTrans" cxnId="{C4B91726-E36C-4DF2-B8C2-F4CF79C1FCCA}">
      <dgm:prSet/>
      <dgm:spPr/>
      <dgm:t>
        <a:bodyPr/>
        <a:lstStyle/>
        <a:p>
          <a:endParaRPr lang="en-US"/>
        </a:p>
      </dgm:t>
    </dgm:pt>
    <dgm:pt modelId="{D1BF3F76-3441-43F4-AAE0-B5A430B33512}" type="sibTrans" cxnId="{C4B91726-E36C-4DF2-B8C2-F4CF79C1FCCA}">
      <dgm:prSet/>
      <dgm:spPr/>
      <dgm:t>
        <a:bodyPr/>
        <a:lstStyle/>
        <a:p>
          <a:endParaRPr lang="en-US"/>
        </a:p>
      </dgm:t>
    </dgm:pt>
    <dgm:pt modelId="{C307EB61-EDDD-DF48-A23A-76E3A0CAAFC8}">
      <dgm:prSet/>
      <dgm:spPr/>
      <dgm:t>
        <a:bodyPr/>
        <a:lstStyle/>
        <a:p>
          <a:pPr>
            <a:lnSpc>
              <a:spcPct val="100000"/>
            </a:lnSpc>
          </a:pPr>
          <a:r>
            <a:rPr lang="en-US" dirty="0"/>
            <a:t>Over 90% of breaches are caused by human error.</a:t>
          </a:r>
        </a:p>
      </dgm:t>
    </dgm:pt>
    <dgm:pt modelId="{B014EAEA-3A91-BC41-B36E-F29BC13D7C54}" type="parTrans" cxnId="{8DA2B0E5-96D2-E849-B663-E6C18E7E060F}">
      <dgm:prSet/>
      <dgm:spPr/>
      <dgm:t>
        <a:bodyPr/>
        <a:lstStyle/>
        <a:p>
          <a:endParaRPr lang="en-US"/>
        </a:p>
      </dgm:t>
    </dgm:pt>
    <dgm:pt modelId="{F47BBDDF-4D90-9441-9B6E-9D025E640382}" type="sibTrans" cxnId="{8DA2B0E5-96D2-E849-B663-E6C18E7E060F}">
      <dgm:prSet/>
      <dgm:spPr/>
      <dgm:t>
        <a:bodyPr/>
        <a:lstStyle/>
        <a:p>
          <a:endParaRPr lang="en-US"/>
        </a:p>
      </dgm:t>
    </dgm:pt>
    <dgm:pt modelId="{DA0A3A9A-FECD-4A3E-8254-970550020623}" type="pres">
      <dgm:prSet presAssocID="{C74117AE-1687-4CC5-961A-1F401F6D8C24}" presName="root" presStyleCnt="0">
        <dgm:presLayoutVars>
          <dgm:dir/>
          <dgm:resizeHandles val="exact"/>
        </dgm:presLayoutVars>
      </dgm:prSet>
      <dgm:spPr/>
    </dgm:pt>
    <dgm:pt modelId="{3665DF22-BDF5-4A12-A56C-5461E4E19308}" type="pres">
      <dgm:prSet presAssocID="{246914C8-06AC-4557-8656-E29002EAD811}" presName="compNode" presStyleCnt="0"/>
      <dgm:spPr/>
    </dgm:pt>
    <dgm:pt modelId="{F0A7A1E8-C6C9-48F1-AF04-8CDBF3309F47}" type="pres">
      <dgm:prSet presAssocID="{246914C8-06AC-4557-8656-E29002EAD811}" presName="iconRect" presStyleLbl="node1" presStyleIdx="0" presStyleCnt="2" custLinFactNeighborX="-43387" custLinFactNeighborY="667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2FD4AFAD-CE00-4622-AC00-A8DE3FFB163C}" type="pres">
      <dgm:prSet presAssocID="{246914C8-06AC-4557-8656-E29002EAD811}" presName="spaceRect" presStyleCnt="0"/>
      <dgm:spPr/>
    </dgm:pt>
    <dgm:pt modelId="{A8BDC9F8-3D23-4F4F-8B34-33F5CF371F82}" type="pres">
      <dgm:prSet presAssocID="{246914C8-06AC-4557-8656-E29002EAD811}" presName="textRect" presStyleLbl="revTx" presStyleIdx="0" presStyleCnt="2" custLinFactNeighborX="-19899" custLinFactNeighborY="1502">
        <dgm:presLayoutVars>
          <dgm:chMax val="1"/>
          <dgm:chPref val="1"/>
        </dgm:presLayoutVars>
      </dgm:prSet>
      <dgm:spPr/>
    </dgm:pt>
    <dgm:pt modelId="{9967DD67-0A02-4134-B81B-3F91C4E6AA44}" type="pres">
      <dgm:prSet presAssocID="{D1BF3F76-3441-43F4-AAE0-B5A430B33512}" presName="sibTrans" presStyleCnt="0"/>
      <dgm:spPr/>
    </dgm:pt>
    <dgm:pt modelId="{A68900FA-8360-2841-89F4-AA35AE416327}" type="pres">
      <dgm:prSet presAssocID="{C307EB61-EDDD-DF48-A23A-76E3A0CAAFC8}" presName="compNode" presStyleCnt="0"/>
      <dgm:spPr/>
    </dgm:pt>
    <dgm:pt modelId="{4650BFB6-69D9-1346-8CE1-8F266C5EFBEC}" type="pres">
      <dgm:prSet presAssocID="{C307EB61-EDDD-DF48-A23A-76E3A0CAAFC8}"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amily with two children with solid fill"/>
        </a:ext>
      </dgm:extLst>
    </dgm:pt>
    <dgm:pt modelId="{038F4FB6-CD49-074A-8360-0AD5C49D660F}" type="pres">
      <dgm:prSet presAssocID="{C307EB61-EDDD-DF48-A23A-76E3A0CAAFC8}" presName="spaceRect" presStyleCnt="0"/>
      <dgm:spPr/>
    </dgm:pt>
    <dgm:pt modelId="{830D904B-61BB-A843-873F-83CF4A1CA429}" type="pres">
      <dgm:prSet presAssocID="{C307EB61-EDDD-DF48-A23A-76E3A0CAAFC8}" presName="textRect" presStyleLbl="revTx" presStyleIdx="1" presStyleCnt="2">
        <dgm:presLayoutVars>
          <dgm:chMax val="1"/>
          <dgm:chPref val="1"/>
        </dgm:presLayoutVars>
      </dgm:prSet>
      <dgm:spPr/>
    </dgm:pt>
  </dgm:ptLst>
  <dgm:cxnLst>
    <dgm:cxn modelId="{C4B91726-E36C-4DF2-B8C2-F4CF79C1FCCA}" srcId="{C74117AE-1687-4CC5-961A-1F401F6D8C24}" destId="{246914C8-06AC-4557-8656-E29002EAD811}" srcOrd="0" destOrd="0" parTransId="{AD381C92-AB78-456B-9532-B5E8B14D6BCD}" sibTransId="{D1BF3F76-3441-43F4-AAE0-B5A430B33512}"/>
    <dgm:cxn modelId="{A33F7E56-A6D3-E044-9FF5-A428D29CF27B}" type="presOf" srcId="{C307EB61-EDDD-DF48-A23A-76E3A0CAAFC8}" destId="{830D904B-61BB-A843-873F-83CF4A1CA429}" srcOrd="0" destOrd="0" presId="urn:microsoft.com/office/officeart/2018/2/layout/IconLabelList"/>
    <dgm:cxn modelId="{ACD3EDB1-B7D2-A54F-832F-7E49C024BB10}" type="presOf" srcId="{C74117AE-1687-4CC5-961A-1F401F6D8C24}" destId="{DA0A3A9A-FECD-4A3E-8254-970550020623}" srcOrd="0" destOrd="0" presId="urn:microsoft.com/office/officeart/2018/2/layout/IconLabelList"/>
    <dgm:cxn modelId="{6394F7C1-1F39-174F-B066-E8364B2B2E92}" type="presOf" srcId="{246914C8-06AC-4557-8656-E29002EAD811}" destId="{A8BDC9F8-3D23-4F4F-8B34-33F5CF371F82}" srcOrd="0" destOrd="0" presId="urn:microsoft.com/office/officeart/2018/2/layout/IconLabelList"/>
    <dgm:cxn modelId="{8DA2B0E5-96D2-E849-B663-E6C18E7E060F}" srcId="{C74117AE-1687-4CC5-961A-1F401F6D8C24}" destId="{C307EB61-EDDD-DF48-A23A-76E3A0CAAFC8}" srcOrd="1" destOrd="0" parTransId="{B014EAEA-3A91-BC41-B36E-F29BC13D7C54}" sibTransId="{F47BBDDF-4D90-9441-9B6E-9D025E640382}"/>
    <dgm:cxn modelId="{82A5F719-8CFF-4E40-AD95-5BCC1A83078D}" type="presParOf" srcId="{DA0A3A9A-FECD-4A3E-8254-970550020623}" destId="{3665DF22-BDF5-4A12-A56C-5461E4E19308}" srcOrd="0" destOrd="0" presId="urn:microsoft.com/office/officeart/2018/2/layout/IconLabelList"/>
    <dgm:cxn modelId="{64642566-4320-0747-B0F2-E56FA2958E9C}" type="presParOf" srcId="{3665DF22-BDF5-4A12-A56C-5461E4E19308}" destId="{F0A7A1E8-C6C9-48F1-AF04-8CDBF3309F47}" srcOrd="0" destOrd="0" presId="urn:microsoft.com/office/officeart/2018/2/layout/IconLabelList"/>
    <dgm:cxn modelId="{88AF7B2A-559D-574D-8A18-5908729A05DD}" type="presParOf" srcId="{3665DF22-BDF5-4A12-A56C-5461E4E19308}" destId="{2FD4AFAD-CE00-4622-AC00-A8DE3FFB163C}" srcOrd="1" destOrd="0" presId="urn:microsoft.com/office/officeart/2018/2/layout/IconLabelList"/>
    <dgm:cxn modelId="{FAA7FE00-9C49-D548-955E-1F5F2118DC85}" type="presParOf" srcId="{3665DF22-BDF5-4A12-A56C-5461E4E19308}" destId="{A8BDC9F8-3D23-4F4F-8B34-33F5CF371F82}" srcOrd="2" destOrd="0" presId="urn:microsoft.com/office/officeart/2018/2/layout/IconLabelList"/>
    <dgm:cxn modelId="{6B4F604D-3CB5-8D4E-8950-62DA383691B5}" type="presParOf" srcId="{DA0A3A9A-FECD-4A3E-8254-970550020623}" destId="{9967DD67-0A02-4134-B81B-3F91C4E6AA44}" srcOrd="1" destOrd="0" presId="urn:microsoft.com/office/officeart/2018/2/layout/IconLabelList"/>
    <dgm:cxn modelId="{3A372DC5-97D4-634F-9C20-B7BAF43B8A6F}" type="presParOf" srcId="{DA0A3A9A-FECD-4A3E-8254-970550020623}" destId="{A68900FA-8360-2841-89F4-AA35AE416327}" srcOrd="2" destOrd="0" presId="urn:microsoft.com/office/officeart/2018/2/layout/IconLabelList"/>
    <dgm:cxn modelId="{99C15E93-560E-DB4B-93E1-1F862CD08B8E}" type="presParOf" srcId="{A68900FA-8360-2841-89F4-AA35AE416327}" destId="{4650BFB6-69D9-1346-8CE1-8F266C5EFBEC}" srcOrd="0" destOrd="0" presId="urn:microsoft.com/office/officeart/2018/2/layout/IconLabelList"/>
    <dgm:cxn modelId="{A1BD86D3-975F-CA41-86B4-262CC1277155}" type="presParOf" srcId="{A68900FA-8360-2841-89F4-AA35AE416327}" destId="{038F4FB6-CD49-074A-8360-0AD5C49D660F}" srcOrd="1" destOrd="0" presId="urn:microsoft.com/office/officeart/2018/2/layout/IconLabelList"/>
    <dgm:cxn modelId="{532D566F-49F2-5143-97BA-950CC6E21C32}" type="presParOf" srcId="{A68900FA-8360-2841-89F4-AA35AE416327}" destId="{830D904B-61BB-A843-873F-83CF4A1CA42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702E4D-9AFC-42D0-A495-444FEDBB4894}">
      <dsp:nvSpPr>
        <dsp:cNvPr id="0" name=""/>
        <dsp:cNvSpPr/>
      </dsp:nvSpPr>
      <dsp:spPr>
        <a:xfrm>
          <a:off x="765914" y="32407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51DB3D-C047-4D0B-84BF-DA07833713BB}">
      <dsp:nvSpPr>
        <dsp:cNvPr id="0" name=""/>
        <dsp:cNvSpPr/>
      </dsp:nvSpPr>
      <dsp:spPr>
        <a:xfrm>
          <a:off x="765914" y="1988495"/>
          <a:ext cx="4320000" cy="789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Cybersecurity involves protecting computer system, network, data transfer, hardware and software from unauthorized users irrespective of the intention or nature.</a:t>
          </a:r>
        </a:p>
      </dsp:txBody>
      <dsp:txXfrm>
        <a:off x="765914" y="1988495"/>
        <a:ext cx="4320000" cy="789750"/>
      </dsp:txXfrm>
    </dsp:sp>
    <dsp:sp modelId="{9A6DC4DC-7D1A-4532-8C9E-844EE49C819A}">
      <dsp:nvSpPr>
        <dsp:cNvPr id="0" name=""/>
        <dsp:cNvSpPr/>
      </dsp:nvSpPr>
      <dsp:spPr>
        <a:xfrm>
          <a:off x="765914" y="2849138"/>
          <a:ext cx="4320000" cy="1019592"/>
        </a:xfrm>
        <a:prstGeom prst="rect">
          <a:avLst/>
        </a:prstGeom>
        <a:noFill/>
        <a:ln>
          <a:noFill/>
        </a:ln>
        <a:effectLst/>
      </dsp:spPr>
      <dsp:style>
        <a:lnRef idx="0">
          <a:scrgbClr r="0" g="0" b="0"/>
        </a:lnRef>
        <a:fillRef idx="0">
          <a:scrgbClr r="0" g="0" b="0"/>
        </a:fillRef>
        <a:effectRef idx="0">
          <a:scrgbClr r="0" g="0" b="0"/>
        </a:effectRef>
        <a:fontRef idx="minor"/>
      </dsp:style>
    </dsp:sp>
    <dsp:sp modelId="{3F76EC80-507E-4F47-88EA-7CBBB2361145}">
      <dsp:nvSpPr>
        <dsp:cNvPr id="0" name=""/>
        <dsp:cNvSpPr/>
      </dsp:nvSpPr>
      <dsp:spPr>
        <a:xfrm>
          <a:off x="5841914" y="32407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0C9501-262C-437F-BA4E-775D3146D99C}">
      <dsp:nvSpPr>
        <dsp:cNvPr id="0" name=""/>
        <dsp:cNvSpPr/>
      </dsp:nvSpPr>
      <dsp:spPr>
        <a:xfrm>
          <a:off x="5841914" y="1988495"/>
          <a:ext cx="4320000" cy="789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Some common areas cybersecurity applies to are:</a:t>
          </a:r>
        </a:p>
      </dsp:txBody>
      <dsp:txXfrm>
        <a:off x="5841914" y="1988495"/>
        <a:ext cx="4320000" cy="789750"/>
      </dsp:txXfrm>
    </dsp:sp>
    <dsp:sp modelId="{383ED51D-7B54-4F81-B61A-91AFC904ED73}">
      <dsp:nvSpPr>
        <dsp:cNvPr id="0" name=""/>
        <dsp:cNvSpPr/>
      </dsp:nvSpPr>
      <dsp:spPr>
        <a:xfrm>
          <a:off x="5841914" y="2849138"/>
          <a:ext cx="4320000" cy="1019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Network security</a:t>
          </a:r>
        </a:p>
        <a:p>
          <a:pPr marL="0" lvl="0" indent="0" algn="l" defTabSz="488950">
            <a:lnSpc>
              <a:spcPct val="90000"/>
            </a:lnSpc>
            <a:spcBef>
              <a:spcPct val="0"/>
            </a:spcBef>
            <a:spcAft>
              <a:spcPct val="35000"/>
            </a:spcAft>
            <a:buNone/>
          </a:pPr>
          <a:r>
            <a:rPr lang="en-US" sz="1100" kern="1200"/>
            <a:t>Application security</a:t>
          </a:r>
        </a:p>
        <a:p>
          <a:pPr marL="0" lvl="0" indent="0" algn="l" defTabSz="488950">
            <a:lnSpc>
              <a:spcPct val="90000"/>
            </a:lnSpc>
            <a:spcBef>
              <a:spcPct val="0"/>
            </a:spcBef>
            <a:spcAft>
              <a:spcPct val="35000"/>
            </a:spcAft>
            <a:buNone/>
          </a:pPr>
          <a:r>
            <a:rPr lang="en-US" sz="1100" kern="1200"/>
            <a:t>Information/Data security</a:t>
          </a:r>
        </a:p>
        <a:p>
          <a:pPr marL="0" lvl="0" indent="0" algn="l" defTabSz="488950">
            <a:lnSpc>
              <a:spcPct val="90000"/>
            </a:lnSpc>
            <a:spcBef>
              <a:spcPct val="0"/>
            </a:spcBef>
            <a:spcAft>
              <a:spcPct val="35000"/>
            </a:spcAft>
            <a:buNone/>
          </a:pPr>
          <a:r>
            <a:rPr lang="en-US" sz="1100" kern="1200"/>
            <a:t>Cloud security</a:t>
          </a:r>
        </a:p>
        <a:p>
          <a:pPr marL="0" lvl="0" indent="0" algn="l" defTabSz="488950">
            <a:lnSpc>
              <a:spcPct val="90000"/>
            </a:lnSpc>
            <a:spcBef>
              <a:spcPct val="0"/>
            </a:spcBef>
            <a:spcAft>
              <a:spcPct val="35000"/>
            </a:spcAft>
            <a:buNone/>
          </a:pPr>
          <a:r>
            <a:rPr lang="en-US" sz="1100" kern="1200"/>
            <a:t>Operational security</a:t>
          </a:r>
        </a:p>
      </dsp:txBody>
      <dsp:txXfrm>
        <a:off x="5841914" y="2849138"/>
        <a:ext cx="4320000" cy="10195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F2B5B-B41F-49CA-AB6E-54DA13964914}">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B95ABB-499D-4629-BA71-7BC73C1634D2}">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6AAC36-2A5A-4B1F-A4D3-7CEF6FDD0F55}">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US" sz="1800" kern="1200"/>
            <a:t>SOFTWARE:  Cybersecurity </a:t>
          </a:r>
          <a:r>
            <a:rPr lang="en-US" sz="1800" kern="1200" dirty="0"/>
            <a:t>software protects system network and data from unauthorized activities examples include anti-virus, firewall, VPN, network analyzers such as Wireshark and port scanner, anti-keylogger software for keyboard, file and cloud encryption software like ax crypt </a:t>
          </a:r>
        </a:p>
      </dsp:txBody>
      <dsp:txXfrm>
        <a:off x="1509882" y="708097"/>
        <a:ext cx="9005717" cy="1307257"/>
      </dsp:txXfrm>
    </dsp:sp>
    <dsp:sp modelId="{162E4C92-E3FF-4ED2-9A2E-B2ACCA8DBD9B}">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7FB584-066A-426E-B577-BA5593F6806E}">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E57AE8-B048-41FE-A848-484F892A4845}">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US" sz="1800" kern="1200" dirty="0"/>
            <a:t>HARDWARE: Protect the integrity of computer hardware from unauthorized users , examples include physical firewall, endpoint encryption for hardware such as YubiKey for multifactor authentication prior to login, and tamper proofing hardware, faraday cage or faraday bag to prevent EMS pulse attacks </a:t>
          </a:r>
          <a:r>
            <a:rPr lang="en-US" sz="1800" kern="1200" dirty="0" err="1"/>
            <a:t>etc</a:t>
          </a:r>
          <a:r>
            <a:rPr lang="en-US" sz="1800" kern="1200" dirty="0"/>
            <a:t> …</a:t>
          </a:r>
        </a:p>
      </dsp:txBody>
      <dsp:txXfrm>
        <a:off x="1509882" y="2342169"/>
        <a:ext cx="9005717" cy="13072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ACF1D-CC2E-4D5C-8F29-76C8B2E8AAE3}">
      <dsp:nvSpPr>
        <dsp:cNvPr id="0" name=""/>
        <dsp:cNvSpPr/>
      </dsp:nvSpPr>
      <dsp:spPr>
        <a:xfrm>
          <a:off x="1967016" y="830"/>
          <a:ext cx="1510523" cy="15105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441FBB-E6A9-4816-A233-E5965143717E}">
      <dsp:nvSpPr>
        <dsp:cNvPr id="0" name=""/>
        <dsp:cNvSpPr/>
      </dsp:nvSpPr>
      <dsp:spPr>
        <a:xfrm>
          <a:off x="564387" y="1698461"/>
          <a:ext cx="4315781" cy="1699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400300">
            <a:lnSpc>
              <a:spcPct val="100000"/>
            </a:lnSpc>
            <a:spcBef>
              <a:spcPct val="0"/>
            </a:spcBef>
            <a:spcAft>
              <a:spcPct val="35000"/>
            </a:spcAft>
            <a:buNone/>
            <a:defRPr b="1"/>
          </a:pPr>
          <a:r>
            <a:rPr lang="en-US" sz="5400" kern="1200" dirty="0"/>
            <a:t>What is Encryption?</a:t>
          </a:r>
        </a:p>
      </dsp:txBody>
      <dsp:txXfrm>
        <a:off x="564387" y="1698461"/>
        <a:ext cx="4315781" cy="1699338"/>
      </dsp:txXfrm>
    </dsp:sp>
    <dsp:sp modelId="{C3C6DF2A-2DDA-4092-85C2-7EDC6FF97488}">
      <dsp:nvSpPr>
        <dsp:cNvPr id="0" name=""/>
        <dsp:cNvSpPr/>
      </dsp:nvSpPr>
      <dsp:spPr>
        <a:xfrm>
          <a:off x="564387" y="3484827"/>
          <a:ext cx="4315781" cy="865680"/>
        </a:xfrm>
        <a:prstGeom prst="rect">
          <a:avLst/>
        </a:prstGeom>
        <a:noFill/>
        <a:ln>
          <a:noFill/>
        </a:ln>
        <a:effectLst/>
      </dsp:spPr>
      <dsp:style>
        <a:lnRef idx="0">
          <a:scrgbClr r="0" g="0" b="0"/>
        </a:lnRef>
        <a:fillRef idx="0">
          <a:scrgbClr r="0" g="0" b="0"/>
        </a:fillRef>
        <a:effectRef idx="0">
          <a:scrgbClr r="0" g="0" b="0"/>
        </a:effectRef>
        <a:fontRef idx="minor"/>
      </dsp:style>
    </dsp:sp>
    <dsp:sp modelId="{ED78E3E6-8308-422B-ABEB-833D3E9F9762}">
      <dsp:nvSpPr>
        <dsp:cNvPr id="0" name=""/>
        <dsp:cNvSpPr/>
      </dsp:nvSpPr>
      <dsp:spPr>
        <a:xfrm>
          <a:off x="7038059" y="830"/>
          <a:ext cx="1510523" cy="15105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D5D203-24AD-4106-BA55-5F1DDA181329}">
      <dsp:nvSpPr>
        <dsp:cNvPr id="0" name=""/>
        <dsp:cNvSpPr/>
      </dsp:nvSpPr>
      <dsp:spPr>
        <a:xfrm>
          <a:off x="5635430" y="1698461"/>
          <a:ext cx="4315781" cy="1699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b="1" kern="1200" baseline="0" dirty="0">
              <a:solidFill>
                <a:schemeClr val="tx2"/>
              </a:solidFill>
            </a:rPr>
            <a:t>Encryption is securing data via standard algorithm to protect information via </a:t>
          </a:r>
          <a:r>
            <a:rPr lang="en-US" sz="1700" b="1" kern="1200" baseline="0">
              <a:solidFill>
                <a:schemeClr val="tx2"/>
              </a:solidFill>
            </a:rPr>
            <a:t>public transfer (</a:t>
          </a:r>
          <a:r>
            <a:rPr lang="en-US" sz="1700" b="1" kern="1200" baseline="0" dirty="0">
              <a:solidFill>
                <a:schemeClr val="tx2"/>
              </a:solidFill>
            </a:rPr>
            <a:t>a subset of cybersecurity) with the aim of ensuring privacy and integrity of system, network and communication during data transfer or data storage</a:t>
          </a:r>
        </a:p>
      </dsp:txBody>
      <dsp:txXfrm>
        <a:off x="5635430" y="1698461"/>
        <a:ext cx="4315781" cy="1699338"/>
      </dsp:txXfrm>
    </dsp:sp>
    <dsp:sp modelId="{1D763601-5B13-4E10-A833-58833E6C0ABE}">
      <dsp:nvSpPr>
        <dsp:cNvPr id="0" name=""/>
        <dsp:cNvSpPr/>
      </dsp:nvSpPr>
      <dsp:spPr>
        <a:xfrm>
          <a:off x="5635430" y="3484827"/>
          <a:ext cx="4315781" cy="865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endParaRPr lang="en-US" sz="1300" kern="1200" dirty="0"/>
        </a:p>
      </dsp:txBody>
      <dsp:txXfrm>
        <a:off x="5635430" y="3484827"/>
        <a:ext cx="4315781" cy="865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A7A1E8-C6C9-48F1-AF04-8CDBF3309F47}">
      <dsp:nvSpPr>
        <dsp:cNvPr id="0" name=""/>
        <dsp:cNvSpPr/>
      </dsp:nvSpPr>
      <dsp:spPr>
        <a:xfrm>
          <a:off x="1745348" y="145438"/>
          <a:ext cx="1660500" cy="1660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BDC9F8-3D23-4F4F-8B34-33F5CF371F82}">
      <dsp:nvSpPr>
        <dsp:cNvPr id="0" name=""/>
        <dsp:cNvSpPr/>
      </dsp:nvSpPr>
      <dsp:spPr>
        <a:xfrm>
          <a:off x="716766" y="2341500"/>
          <a:ext cx="3690000" cy="18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Almost all cyberbreach involve malicious collection of data (personal or financial) or denial of service/ access. The data science field is involved in the analysis of data, some common cybersecurity breach over the past 10 years are: </a:t>
          </a:r>
        </a:p>
        <a:p>
          <a:pPr marL="0" lvl="0" indent="0" algn="ctr" defTabSz="488950">
            <a:lnSpc>
              <a:spcPct val="100000"/>
            </a:lnSpc>
            <a:spcBef>
              <a:spcPct val="0"/>
            </a:spcBef>
            <a:spcAft>
              <a:spcPct val="35000"/>
            </a:spcAft>
            <a:buNone/>
          </a:pPr>
          <a:r>
            <a:rPr lang="en-US" sz="1100" kern="1200" dirty="0"/>
            <a:t>Equifax (2017)</a:t>
          </a:r>
        </a:p>
        <a:p>
          <a:pPr marL="0" lvl="0" indent="0" algn="ctr" defTabSz="488950">
            <a:lnSpc>
              <a:spcPct val="100000"/>
            </a:lnSpc>
            <a:spcBef>
              <a:spcPct val="0"/>
            </a:spcBef>
            <a:spcAft>
              <a:spcPct val="35000"/>
            </a:spcAft>
            <a:buNone/>
          </a:pPr>
          <a:r>
            <a:rPr lang="en-US" sz="1100" kern="1200" dirty="0"/>
            <a:t>Yahoo (2013-2014)</a:t>
          </a:r>
        </a:p>
        <a:p>
          <a:pPr marL="0" lvl="0" indent="0" algn="ctr" defTabSz="488950">
            <a:lnSpc>
              <a:spcPct val="100000"/>
            </a:lnSpc>
            <a:spcBef>
              <a:spcPct val="0"/>
            </a:spcBef>
            <a:spcAft>
              <a:spcPct val="35000"/>
            </a:spcAft>
            <a:buNone/>
          </a:pPr>
          <a:r>
            <a:rPr lang="en-US" sz="1100" kern="1200" dirty="0"/>
            <a:t>LinkedIn (2019/2021)</a:t>
          </a:r>
        </a:p>
        <a:p>
          <a:pPr marL="0" lvl="0" indent="0" algn="ctr" defTabSz="488950">
            <a:lnSpc>
              <a:spcPct val="100000"/>
            </a:lnSpc>
            <a:spcBef>
              <a:spcPct val="0"/>
            </a:spcBef>
            <a:spcAft>
              <a:spcPct val="35000"/>
            </a:spcAft>
            <a:buNone/>
          </a:pPr>
          <a:r>
            <a:rPr lang="en-US" sz="1100" kern="1200" dirty="0"/>
            <a:t>Facebook (2019)</a:t>
          </a:r>
        </a:p>
        <a:p>
          <a:pPr marL="0" lvl="0" indent="0" algn="ctr" defTabSz="488950">
            <a:spcBef>
              <a:spcPct val="0"/>
            </a:spcBef>
            <a:spcAft>
              <a:spcPct val="35000"/>
            </a:spcAft>
            <a:buNone/>
          </a:pPr>
          <a:endParaRPr lang="en-US" sz="1100" kern="1200" dirty="0"/>
        </a:p>
      </dsp:txBody>
      <dsp:txXfrm>
        <a:off x="716766" y="2341500"/>
        <a:ext cx="3690000" cy="1845000"/>
      </dsp:txXfrm>
    </dsp:sp>
    <dsp:sp modelId="{4650BFB6-69D9-1346-8CE1-8F266C5EFBEC}">
      <dsp:nvSpPr>
        <dsp:cNvPr id="0" name=""/>
        <dsp:cNvSpPr/>
      </dsp:nvSpPr>
      <dsp:spPr>
        <a:xfrm>
          <a:off x="6801539" y="34600"/>
          <a:ext cx="1660500" cy="16605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0D904B-61BB-A843-873F-83CF4A1CA429}">
      <dsp:nvSpPr>
        <dsp:cNvPr id="0" name=""/>
        <dsp:cNvSpPr/>
      </dsp:nvSpPr>
      <dsp:spPr>
        <a:xfrm>
          <a:off x="5786789" y="2313788"/>
          <a:ext cx="3690000" cy="18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Over 90% of breaches are caused by human error.</a:t>
          </a:r>
        </a:p>
      </dsp:txBody>
      <dsp:txXfrm>
        <a:off x="5786789" y="2313788"/>
        <a:ext cx="3690000" cy="184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DA3D-4979-2704-93FB-D61187381A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F99935-0A20-603B-EBA6-25D357BC67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8F2A52-9E69-E199-9C57-404DEE43A399}"/>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5" name="Footer Placeholder 4">
            <a:extLst>
              <a:ext uri="{FF2B5EF4-FFF2-40B4-BE49-F238E27FC236}">
                <a16:creationId xmlns:a16="http://schemas.microsoft.com/office/drawing/2014/main" id="{740EC103-E7F0-3FF8-B08D-A20E8A09A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0B523-546F-9F5B-2BA0-87605E4AD386}"/>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1612637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37E28-8E84-6CCF-6166-F4A6E23627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A7036-26F5-456F-F43E-084C014101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F86A9-3555-6BB8-0D92-188FDC6D49B6}"/>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5" name="Footer Placeholder 4">
            <a:extLst>
              <a:ext uri="{FF2B5EF4-FFF2-40B4-BE49-F238E27FC236}">
                <a16:creationId xmlns:a16="http://schemas.microsoft.com/office/drawing/2014/main" id="{9595C4CC-8D8A-B86E-A55A-224905BD8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060A2-623C-8185-A62F-71D19BAA4119}"/>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2323874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7ABC-9D14-9865-895C-84933D941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DF2A89-8704-252D-9F02-10ACD3AC58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1DF967-0BFC-2C34-F327-B88BFAB082C5}"/>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5" name="Footer Placeholder 4">
            <a:extLst>
              <a:ext uri="{FF2B5EF4-FFF2-40B4-BE49-F238E27FC236}">
                <a16:creationId xmlns:a16="http://schemas.microsoft.com/office/drawing/2014/main" id="{7072093B-74AB-FE98-E008-7F270A628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7BDCF-FEEC-CC5C-CC1A-20DB62E0BCD8}"/>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3309173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349F-B289-70FC-3972-CC5C989D6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D2D8AD-044E-D4C6-F2E1-7E52D280C4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E09DB1-C7FD-6221-181F-853D221DBF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5752C3-ED12-CE64-9572-6F1C412DAB8C}"/>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6" name="Footer Placeholder 5">
            <a:extLst>
              <a:ext uri="{FF2B5EF4-FFF2-40B4-BE49-F238E27FC236}">
                <a16:creationId xmlns:a16="http://schemas.microsoft.com/office/drawing/2014/main" id="{94D2BB16-A4B2-3851-FC25-EFA0D261A3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C43592-DCA1-9A50-7C76-7C6D55E38AD2}"/>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3898041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063B-161D-4390-8231-6BED453D79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1BE652-6805-794C-03CE-6A0D07317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502569-8028-F4F4-4F05-F24648C328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EDDAF2-C580-5C2C-4D2A-F4B077AC57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50A71F-4B95-FE85-38D2-CE74141ABC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EB7F2-1406-AD70-5D65-74A15E86B88C}"/>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8" name="Footer Placeholder 7">
            <a:extLst>
              <a:ext uri="{FF2B5EF4-FFF2-40B4-BE49-F238E27FC236}">
                <a16:creationId xmlns:a16="http://schemas.microsoft.com/office/drawing/2014/main" id="{5FA53169-F22C-BA5F-4AEF-1CADEB3305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173E22-3432-24B5-5A5D-C5C0B77D7CE1}"/>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1336864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04605-BC21-AE98-D2B5-A097F9B466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A67A0C-8A6F-B999-353E-476E6255346F}"/>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4" name="Footer Placeholder 3">
            <a:extLst>
              <a:ext uri="{FF2B5EF4-FFF2-40B4-BE49-F238E27FC236}">
                <a16:creationId xmlns:a16="http://schemas.microsoft.com/office/drawing/2014/main" id="{3B2940C1-DD7A-9B5A-0E29-E54DF8842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180257-B142-0472-BD8F-E83BA5BAF741}"/>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367942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02F390-5922-2F13-79EC-23FE88E8CEC4}"/>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3" name="Footer Placeholder 2">
            <a:extLst>
              <a:ext uri="{FF2B5EF4-FFF2-40B4-BE49-F238E27FC236}">
                <a16:creationId xmlns:a16="http://schemas.microsoft.com/office/drawing/2014/main" id="{464346F1-05BE-12FE-7FE3-5597F77EEA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C12ED5-2172-AB28-2AF7-25A45252C73F}"/>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372449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3A40E-43D1-A34D-1F58-799BA0947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422B8E-CFE6-BE59-C157-D7A4D5A53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234884-6484-25AF-6946-989CD768C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25448A-4A73-9135-1611-D09144031CE5}"/>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6" name="Footer Placeholder 5">
            <a:extLst>
              <a:ext uri="{FF2B5EF4-FFF2-40B4-BE49-F238E27FC236}">
                <a16:creationId xmlns:a16="http://schemas.microsoft.com/office/drawing/2014/main" id="{4B5633C3-4AFC-7933-B3BA-FD319B4052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BE9D39-35D9-B409-4D17-A9727718840E}"/>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1794008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73B9-7DB6-0CD5-4C24-D908998B67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8A43A1-E097-EEED-7254-195957C8C2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1963C8-50D7-0E2E-E19C-4375B4F8E6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F00096-AAC1-8336-DD11-5003D12F1428}"/>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6" name="Footer Placeholder 5">
            <a:extLst>
              <a:ext uri="{FF2B5EF4-FFF2-40B4-BE49-F238E27FC236}">
                <a16:creationId xmlns:a16="http://schemas.microsoft.com/office/drawing/2014/main" id="{B5CB19F3-1AC6-E054-1221-CA8B219025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6C95E8-D6AD-1A3B-664F-C68288DB0A7C}"/>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2462105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6D7E1-A794-4E07-6D0E-594FC3DB4C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E8A8FB-4E42-F49E-ECB9-E13BCC82B1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3E4D4A-56D1-E8FC-AFFF-8CD737B4403E}"/>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5" name="Footer Placeholder 4">
            <a:extLst>
              <a:ext uri="{FF2B5EF4-FFF2-40B4-BE49-F238E27FC236}">
                <a16:creationId xmlns:a16="http://schemas.microsoft.com/office/drawing/2014/main" id="{75851E13-FCEF-D404-ACFD-55B5FE4DF3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6E750-738A-B9EA-527C-E24289A3270B}"/>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3156627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DAC682-AB8D-C0D3-9D04-DBA284AFBA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30C069-E203-E268-8398-F07F2B7B05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4BEA98-44AB-289D-B3C0-E079A5FAE97F}"/>
              </a:ext>
            </a:extLst>
          </p:cNvPr>
          <p:cNvSpPr>
            <a:spLocks noGrp="1"/>
          </p:cNvSpPr>
          <p:nvPr>
            <p:ph type="dt" sz="half" idx="10"/>
          </p:nvPr>
        </p:nvSpPr>
        <p:spPr/>
        <p:txBody>
          <a:bodyPr/>
          <a:lstStyle/>
          <a:p>
            <a:fld id="{988BF1E6-6375-3E43-86AB-72BA71DBF06B}" type="datetimeFigureOut">
              <a:rPr lang="en-US" smtClean="0"/>
              <a:t>2/5/26</a:t>
            </a:fld>
            <a:endParaRPr lang="en-US"/>
          </a:p>
        </p:txBody>
      </p:sp>
      <p:sp>
        <p:nvSpPr>
          <p:cNvPr id="5" name="Footer Placeholder 4">
            <a:extLst>
              <a:ext uri="{FF2B5EF4-FFF2-40B4-BE49-F238E27FC236}">
                <a16:creationId xmlns:a16="http://schemas.microsoft.com/office/drawing/2014/main" id="{A3314A36-39FA-1B5E-98F0-8CE2594EF4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7FF4C5-8231-0C1C-C5EC-AD5BF12304A2}"/>
              </a:ext>
            </a:extLst>
          </p:cNvPr>
          <p:cNvSpPr>
            <a:spLocks noGrp="1"/>
          </p:cNvSpPr>
          <p:nvPr>
            <p:ph type="sldNum" sz="quarter" idx="12"/>
          </p:nvPr>
        </p:nvSpPr>
        <p:spPr/>
        <p:txBody>
          <a:bodyPr/>
          <a:lstStyle/>
          <a:p>
            <a:fld id="{79083330-E990-674D-A810-F520F19B04E3}" type="slidenum">
              <a:rPr lang="en-US" smtClean="0"/>
              <a:t>‹#›</a:t>
            </a:fld>
            <a:endParaRPr lang="en-US"/>
          </a:p>
        </p:txBody>
      </p:sp>
    </p:spTree>
    <p:extLst>
      <p:ext uri="{BB962C8B-B14F-4D97-AF65-F5344CB8AC3E}">
        <p14:creationId xmlns:p14="http://schemas.microsoft.com/office/powerpoint/2010/main" val="969540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CD61E1-3EE7-5F01-5486-B8D271AE35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6A573E-4BD4-490B-3993-9AF45556E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9080E4-AB2A-87CF-5E3E-13478BC5D1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8BF1E6-6375-3E43-86AB-72BA71DBF06B}" type="datetimeFigureOut">
              <a:rPr lang="en-US" smtClean="0"/>
              <a:t>2/5/26</a:t>
            </a:fld>
            <a:endParaRPr lang="en-US"/>
          </a:p>
        </p:txBody>
      </p:sp>
      <p:sp>
        <p:nvSpPr>
          <p:cNvPr id="5" name="Footer Placeholder 4">
            <a:extLst>
              <a:ext uri="{FF2B5EF4-FFF2-40B4-BE49-F238E27FC236}">
                <a16:creationId xmlns:a16="http://schemas.microsoft.com/office/drawing/2014/main" id="{28A59443-3EEB-EF48-C6FF-4DCBBC3DED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2D3336-F2CE-0C17-2835-A958AD4D0D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083330-E990-674D-A810-F520F19B04E3}" type="slidenum">
              <a:rPr lang="en-US" smtClean="0"/>
              <a:t>‹#›</a:t>
            </a:fld>
            <a:endParaRPr lang="en-US"/>
          </a:p>
        </p:txBody>
      </p:sp>
    </p:spTree>
    <p:extLst>
      <p:ext uri="{BB962C8B-B14F-4D97-AF65-F5344CB8AC3E}">
        <p14:creationId xmlns:p14="http://schemas.microsoft.com/office/powerpoint/2010/main" val="1844219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62853CC4-74C2-87AE-8505-B89F9F9DEFBA}"/>
              </a:ext>
            </a:extLst>
          </p:cNvPr>
          <p:cNvSpPr>
            <a:spLocks noGrp="1"/>
          </p:cNvSpPr>
          <p:nvPr>
            <p:ph type="title"/>
          </p:nvPr>
        </p:nvSpPr>
        <p:spPr>
          <a:xfrm>
            <a:off x="6657715" y="467271"/>
            <a:ext cx="4195674" cy="2052522"/>
          </a:xfrm>
        </p:spPr>
        <p:txBody>
          <a:bodyPr anchor="b">
            <a:normAutofit/>
          </a:bodyPr>
          <a:lstStyle/>
          <a:p>
            <a:r>
              <a:rPr lang="en-US" sz="5200" b="1"/>
              <a:t>Cybersecurity Ethics </a:t>
            </a:r>
          </a:p>
        </p:txBody>
      </p:sp>
      <p:sp>
        <p:nvSpPr>
          <p:cNvPr id="14" name="Oval 13">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erson taking a selfie&#10;&#10;AI-generated content may be incorrect.">
            <a:extLst>
              <a:ext uri="{FF2B5EF4-FFF2-40B4-BE49-F238E27FC236}">
                <a16:creationId xmlns:a16="http://schemas.microsoft.com/office/drawing/2014/main" id="{FFA0FEDE-A68E-2829-F64D-329B5135A1D5}"/>
              </a:ext>
            </a:extLst>
          </p:cNvPr>
          <p:cNvPicPr>
            <a:picLocks noChangeAspect="1"/>
          </p:cNvPicPr>
          <p:nvPr/>
        </p:nvPicPr>
        <p:blipFill>
          <a:blip r:embed="rId2"/>
          <a:srcRect t="1875" r="2" b="23126"/>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16"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8"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5" name="Content Placeholder 4">
            <a:extLst>
              <a:ext uri="{FF2B5EF4-FFF2-40B4-BE49-F238E27FC236}">
                <a16:creationId xmlns:a16="http://schemas.microsoft.com/office/drawing/2014/main" id="{C9C738F2-029C-873E-515A-1DD3AFBA4B57}"/>
              </a:ext>
            </a:extLst>
          </p:cNvPr>
          <p:cNvSpPr>
            <a:spLocks noGrp="1"/>
          </p:cNvSpPr>
          <p:nvPr>
            <p:ph idx="1"/>
          </p:nvPr>
        </p:nvSpPr>
        <p:spPr>
          <a:xfrm>
            <a:off x="6657715" y="2990818"/>
            <a:ext cx="4195673" cy="2913872"/>
          </a:xfrm>
        </p:spPr>
        <p:txBody>
          <a:bodyPr anchor="t">
            <a:normAutofit/>
          </a:bodyPr>
          <a:lstStyle/>
          <a:p>
            <a:pPr marL="0" indent="0">
              <a:buNone/>
            </a:pPr>
            <a:r>
              <a:rPr lang="en-US" sz="2000">
                <a:solidFill>
                  <a:schemeClr val="tx1">
                    <a:alpha val="80000"/>
                  </a:schemeClr>
                </a:solidFill>
                <a:latin typeface="Times New Roman" panose="02020603050405020304" pitchFamily="18" charset="0"/>
                <a:cs typeface="Times New Roman" panose="02020603050405020304" pitchFamily="18" charset="0"/>
              </a:rPr>
              <a:t>Name: Isaac Adebayo</a:t>
            </a:r>
          </a:p>
          <a:p>
            <a:pPr marL="0" indent="0">
              <a:buNone/>
            </a:pPr>
            <a:r>
              <a:rPr lang="en-US" sz="2000">
                <a:solidFill>
                  <a:schemeClr val="tx1">
                    <a:alpha val="80000"/>
                  </a:schemeClr>
                </a:solidFill>
                <a:latin typeface="Times New Roman" panose="02020603050405020304" pitchFamily="18" charset="0"/>
                <a:cs typeface="Times New Roman" panose="02020603050405020304" pitchFamily="18" charset="0"/>
              </a:rPr>
              <a:t>Class: MSDS 575</a:t>
            </a:r>
          </a:p>
          <a:p>
            <a:pPr marL="0" indent="0">
              <a:buNone/>
            </a:pPr>
            <a:r>
              <a:rPr lang="en-US" sz="2000">
                <a:solidFill>
                  <a:schemeClr val="tx1">
                    <a:alpha val="80000"/>
                  </a:schemeClr>
                </a:solidFill>
                <a:latin typeface="Times New Roman" panose="02020603050405020304" pitchFamily="18" charset="0"/>
                <a:cs typeface="Times New Roman" panose="02020603050405020304" pitchFamily="18" charset="0"/>
              </a:rPr>
              <a:t>Date: February 7th, 2026</a:t>
            </a:r>
          </a:p>
          <a:p>
            <a:pPr marL="0" indent="0">
              <a:buNone/>
            </a:pPr>
            <a:r>
              <a:rPr lang="en-US" sz="2000">
                <a:solidFill>
                  <a:schemeClr val="tx1">
                    <a:alpha val="80000"/>
                  </a:schemeClr>
                </a:solidFill>
                <a:latin typeface="Times New Roman" panose="02020603050405020304" pitchFamily="18" charset="0"/>
                <a:cs typeface="Times New Roman" panose="02020603050405020304" pitchFamily="18" charset="0"/>
              </a:rPr>
              <a:t> </a:t>
            </a:r>
          </a:p>
        </p:txBody>
      </p:sp>
      <p:sp>
        <p:nvSpPr>
          <p:cNvPr id="20"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2"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975BB21-A820-DAE9-0732-37B440B8B580}"/>
              </a:ext>
            </a:extLst>
          </p:cNvPr>
          <p:cNvPicPr>
            <a:picLocks noChangeAspect="1"/>
          </p:cNvPicPr>
          <p:nvPr/>
        </p:nvPicPr>
        <p:blipFill>
          <a:blip r:embed="rId3"/>
          <a:stretch>
            <a:fillRect/>
          </a:stretch>
        </p:blipFill>
        <p:spPr>
          <a:xfrm>
            <a:off x="0" y="6400686"/>
            <a:ext cx="12192000" cy="457314"/>
          </a:xfrm>
          <a:prstGeom prst="rect">
            <a:avLst/>
          </a:prstGeom>
        </p:spPr>
      </p:pic>
      <p:pic>
        <p:nvPicPr>
          <p:cNvPr id="7" name="Picture 6">
            <a:extLst>
              <a:ext uri="{FF2B5EF4-FFF2-40B4-BE49-F238E27FC236}">
                <a16:creationId xmlns:a16="http://schemas.microsoft.com/office/drawing/2014/main" id="{133A4576-F5C7-6A6F-46CC-206D0CDE74A4}"/>
              </a:ext>
            </a:extLst>
          </p:cNvPr>
          <p:cNvPicPr>
            <a:picLocks noChangeAspect="1"/>
          </p:cNvPicPr>
          <p:nvPr/>
        </p:nvPicPr>
        <p:blipFill>
          <a:blip r:embed="rId4"/>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1830539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B7F0-E68D-CC80-C4F5-B0225E2731EC}"/>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648771A3-7522-A90B-D138-DC96BD461DBC}"/>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rPr>
              <a:t>What is Cybersecurity?</a:t>
            </a:r>
          </a:p>
        </p:txBody>
      </p:sp>
      <p:pic>
        <p:nvPicPr>
          <p:cNvPr id="6" name="Picture 5">
            <a:extLst>
              <a:ext uri="{FF2B5EF4-FFF2-40B4-BE49-F238E27FC236}">
                <a16:creationId xmlns:a16="http://schemas.microsoft.com/office/drawing/2014/main" id="{30CB5E76-C5C7-2E2D-9E76-2D2889488C15}"/>
              </a:ext>
            </a:extLst>
          </p:cNvPr>
          <p:cNvPicPr>
            <a:picLocks noChangeAspect="1"/>
          </p:cNvPicPr>
          <p:nvPr/>
        </p:nvPicPr>
        <p:blipFill>
          <a:blip r:embed="rId2"/>
          <a:stretch>
            <a:fillRect/>
          </a:stretch>
        </p:blipFill>
        <p:spPr>
          <a:xfrm>
            <a:off x="0" y="6400686"/>
            <a:ext cx="12192000" cy="457314"/>
          </a:xfrm>
          <a:prstGeom prst="rect">
            <a:avLst/>
          </a:prstGeom>
        </p:spPr>
      </p:pic>
      <p:pic>
        <p:nvPicPr>
          <p:cNvPr id="7" name="Picture 6">
            <a:extLst>
              <a:ext uri="{FF2B5EF4-FFF2-40B4-BE49-F238E27FC236}">
                <a16:creationId xmlns:a16="http://schemas.microsoft.com/office/drawing/2014/main" id="{F724E2C1-7F6D-5989-C9C1-865DEE2E2D0E}"/>
              </a:ext>
            </a:extLst>
          </p:cNvPr>
          <p:cNvPicPr>
            <a:picLocks noChangeAspect="1"/>
          </p:cNvPicPr>
          <p:nvPr/>
        </p:nvPicPr>
        <p:blipFill>
          <a:blip r:embed="rId3"/>
          <a:stretch>
            <a:fillRect/>
          </a:stretch>
        </p:blipFill>
        <p:spPr>
          <a:xfrm>
            <a:off x="11156735" y="5837375"/>
            <a:ext cx="892835" cy="892835"/>
          </a:xfrm>
          <a:prstGeom prst="rect">
            <a:avLst/>
          </a:prstGeom>
        </p:spPr>
      </p:pic>
      <p:graphicFrame>
        <p:nvGraphicFramePr>
          <p:cNvPr id="9" name="Content Placeholder 4">
            <a:extLst>
              <a:ext uri="{FF2B5EF4-FFF2-40B4-BE49-F238E27FC236}">
                <a16:creationId xmlns:a16="http://schemas.microsoft.com/office/drawing/2014/main" id="{817D4E08-8C82-371E-23EF-3598B6E53871}"/>
              </a:ext>
            </a:extLst>
          </p:cNvPr>
          <p:cNvGraphicFramePr>
            <a:graphicFrameLocks noGrp="1"/>
          </p:cNvGraphicFramePr>
          <p:nvPr>
            <p:ph idx="1"/>
            <p:extLst>
              <p:ext uri="{D42A27DB-BD31-4B8C-83A1-F6EECF244321}">
                <p14:modId xmlns:p14="http://schemas.microsoft.com/office/powerpoint/2010/main" val="411312965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27369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3080AF-84FF-6D94-B361-273AE9FFD49B}"/>
              </a:ext>
            </a:extLst>
          </p:cNvPr>
          <p:cNvSpPr>
            <a:spLocks noGrp="1"/>
          </p:cNvSpPr>
          <p:nvPr>
            <p:ph type="title"/>
          </p:nvPr>
        </p:nvSpPr>
        <p:spPr>
          <a:xfrm>
            <a:off x="841248" y="256032"/>
            <a:ext cx="10506456" cy="1014984"/>
          </a:xfrm>
        </p:spPr>
        <p:txBody>
          <a:bodyPr anchor="b">
            <a:normAutofit/>
          </a:bodyPr>
          <a:lstStyle/>
          <a:p>
            <a:r>
              <a:rPr lang="en-US" b="1" dirty="0">
                <a:solidFill>
                  <a:srgbClr val="6B173B"/>
                </a:solidFill>
              </a:rPr>
              <a:t>Layer of Cybersecurity</a:t>
            </a:r>
            <a:endParaRPr lang="en-US"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A6647E9-4C4C-BFA5-2A4A-CA0B33526552}"/>
              </a:ext>
            </a:extLst>
          </p:cNvPr>
          <p:cNvGraphicFramePr>
            <a:graphicFrameLocks noGrp="1"/>
          </p:cNvGraphicFramePr>
          <p:nvPr>
            <p:ph idx="1"/>
            <p:extLst>
              <p:ext uri="{D42A27DB-BD31-4B8C-83A1-F6EECF244321}">
                <p14:modId xmlns:p14="http://schemas.microsoft.com/office/powerpoint/2010/main" val="37574449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1784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B77C38-276F-A9ED-5FA0-D67CA99FB803}"/>
              </a:ext>
            </a:extLst>
          </p:cNvPr>
          <p:cNvSpPr>
            <a:spLocks noGrp="1"/>
          </p:cNvSpPr>
          <p:nvPr>
            <p:ph type="title"/>
          </p:nvPr>
        </p:nvSpPr>
        <p:spPr>
          <a:xfrm>
            <a:off x="838200" y="459863"/>
            <a:ext cx="10515600" cy="1004594"/>
          </a:xfrm>
        </p:spPr>
        <p:txBody>
          <a:bodyPr>
            <a:normAutofit fontScale="90000"/>
          </a:bodyPr>
          <a:lstStyle/>
          <a:p>
            <a:pPr algn="ctr"/>
            <a:r>
              <a:rPr lang="en-US" b="1" dirty="0">
                <a:solidFill>
                  <a:srgbClr val="6B173B"/>
                </a:solidFill>
              </a:rPr>
              <a:t>Encryption</a:t>
            </a:r>
            <a:br>
              <a:rPr lang="en-US" b="1" dirty="0">
                <a:solidFill>
                  <a:srgbClr val="6B173B"/>
                </a:solidFill>
              </a:rPr>
            </a:br>
            <a:endParaRPr lang="en-US" dirty="0">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A194644-D142-2AAA-065B-6B1BDFACEA6C}"/>
              </a:ext>
            </a:extLst>
          </p:cNvPr>
          <p:cNvGraphicFramePr>
            <a:graphicFrameLocks noGrp="1"/>
          </p:cNvGraphicFramePr>
          <p:nvPr>
            <p:ph idx="1"/>
            <p:extLst>
              <p:ext uri="{D42A27DB-BD31-4B8C-83A1-F6EECF244321}">
                <p14:modId xmlns:p14="http://schemas.microsoft.com/office/powerpoint/2010/main" val="2169857073"/>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969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5B4F2-5EBB-A855-1FAF-7D439E2368D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9630D5B-3A89-6840-D912-A7A8DF34D4A8}"/>
              </a:ext>
            </a:extLst>
          </p:cNvPr>
          <p:cNvPicPr>
            <a:picLocks noChangeAspect="1"/>
          </p:cNvPicPr>
          <p:nvPr/>
        </p:nvPicPr>
        <p:blipFill>
          <a:blip r:embed="rId2"/>
          <a:stretch>
            <a:fillRect/>
          </a:stretch>
        </p:blipFill>
        <p:spPr>
          <a:xfrm>
            <a:off x="0" y="6400686"/>
            <a:ext cx="12192000" cy="457314"/>
          </a:xfrm>
          <a:prstGeom prst="rect">
            <a:avLst/>
          </a:prstGeom>
        </p:spPr>
      </p:pic>
      <p:pic>
        <p:nvPicPr>
          <p:cNvPr id="4" name="Picture 3">
            <a:extLst>
              <a:ext uri="{FF2B5EF4-FFF2-40B4-BE49-F238E27FC236}">
                <a16:creationId xmlns:a16="http://schemas.microsoft.com/office/drawing/2014/main" id="{7B1E27A2-683C-C866-F707-E9788D314671}"/>
              </a:ext>
            </a:extLst>
          </p:cNvPr>
          <p:cNvPicPr>
            <a:picLocks noChangeAspect="1"/>
          </p:cNvPicPr>
          <p:nvPr/>
        </p:nvPicPr>
        <p:blipFill>
          <a:blip r:embed="rId3"/>
          <a:stretch>
            <a:fillRect/>
          </a:stretch>
        </p:blipFill>
        <p:spPr>
          <a:xfrm>
            <a:off x="11156735" y="5837375"/>
            <a:ext cx="892835" cy="892835"/>
          </a:xfrm>
          <a:prstGeom prst="rect">
            <a:avLst/>
          </a:prstGeom>
        </p:spPr>
      </p:pic>
      <p:sp>
        <p:nvSpPr>
          <p:cNvPr id="7" name="Content Placeholder 2">
            <a:extLst>
              <a:ext uri="{FF2B5EF4-FFF2-40B4-BE49-F238E27FC236}">
                <a16:creationId xmlns:a16="http://schemas.microsoft.com/office/drawing/2014/main" id="{EF249E82-0808-2186-7FAE-C954F81195F9}"/>
              </a:ext>
            </a:extLst>
          </p:cNvPr>
          <p:cNvSpPr txBox="1">
            <a:spLocks/>
          </p:cNvSpPr>
          <p:nvPr/>
        </p:nvSpPr>
        <p:spPr>
          <a:xfrm>
            <a:off x="164960" y="1082508"/>
            <a:ext cx="11442322"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200000"/>
              </a:lnSpc>
              <a:spcBef>
                <a:spcPts val="0"/>
              </a:spcBef>
            </a:pPr>
            <a:endParaRPr lang="en-US"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lvl="1"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lvl="1"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algn="l">
              <a:buFont typeface="Wingdings" panose="05000000000000000000" pitchFamily="2" charset="2"/>
              <a:buChar char="§"/>
            </a:pPr>
            <a:endParaRPr lang="en-US" dirty="0">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03FA9785-6C03-2315-0060-3DCFFBFBD591}"/>
              </a:ext>
            </a:extLst>
          </p:cNvPr>
          <p:cNvSpPr txBox="1">
            <a:spLocks/>
          </p:cNvSpPr>
          <p:nvPr/>
        </p:nvSpPr>
        <p:spPr>
          <a:xfrm>
            <a:off x="584718" y="312882"/>
            <a:ext cx="10515600" cy="9175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rgbClr val="6B173B"/>
                </a:solidFill>
              </a:rPr>
              <a:t>OSI Layer Encryption</a:t>
            </a:r>
          </a:p>
        </p:txBody>
      </p:sp>
      <p:sp>
        <p:nvSpPr>
          <p:cNvPr id="2" name="TextBox 1">
            <a:extLst>
              <a:ext uri="{FF2B5EF4-FFF2-40B4-BE49-F238E27FC236}">
                <a16:creationId xmlns:a16="http://schemas.microsoft.com/office/drawing/2014/main" id="{12EBF124-61A6-F2DB-8D04-0A1CBAF5C9C9}"/>
              </a:ext>
            </a:extLst>
          </p:cNvPr>
          <p:cNvSpPr txBox="1"/>
          <p:nvPr/>
        </p:nvSpPr>
        <p:spPr>
          <a:xfrm>
            <a:off x="340242" y="1358246"/>
            <a:ext cx="11244509" cy="8980341"/>
          </a:xfrm>
          <a:prstGeom prst="rect">
            <a:avLst/>
          </a:prstGeom>
          <a:noFill/>
        </p:spPr>
        <p:txBody>
          <a:bodyPr wrap="square" rtlCol="0">
            <a:spAutoFit/>
          </a:bodyPr>
          <a:lstStyle/>
          <a:p>
            <a:pPr lvl="2"/>
            <a:r>
              <a:rPr lang="en-US" sz="2000" b="1" dirty="0"/>
              <a:t>OSI layer model of encryption</a:t>
            </a:r>
          </a:p>
          <a:p>
            <a:pPr marL="1828800" lvl="3" indent="-457200">
              <a:buFont typeface="Arial" panose="020B0604020202020204" pitchFamily="34" charset="0"/>
              <a:buChar char="•"/>
            </a:pPr>
            <a:r>
              <a:rPr lang="en-US" sz="1600" dirty="0"/>
              <a:t>Layer 1 – Physical</a:t>
            </a:r>
          </a:p>
          <a:p>
            <a:pPr marL="1828800" lvl="3" indent="-457200">
              <a:buFont typeface="Arial" panose="020B0604020202020204" pitchFamily="34" charset="0"/>
              <a:buChar char="•"/>
            </a:pPr>
            <a:r>
              <a:rPr lang="en-US" sz="1600" dirty="0"/>
              <a:t>Layer 2 – Data Link</a:t>
            </a:r>
          </a:p>
          <a:p>
            <a:pPr marL="1828800" lvl="3" indent="-457200">
              <a:buFont typeface="Arial" panose="020B0604020202020204" pitchFamily="34" charset="0"/>
              <a:buChar char="•"/>
            </a:pPr>
            <a:r>
              <a:rPr lang="en-US" sz="1600" dirty="0"/>
              <a:t>Layer 3 – Network</a:t>
            </a:r>
          </a:p>
          <a:p>
            <a:pPr marL="1828800" lvl="3" indent="-457200">
              <a:buFont typeface="Arial" panose="020B0604020202020204" pitchFamily="34" charset="0"/>
              <a:buChar char="•"/>
            </a:pPr>
            <a:r>
              <a:rPr lang="en-US" sz="1600" dirty="0"/>
              <a:t>Layer 4 – Transport</a:t>
            </a:r>
          </a:p>
          <a:p>
            <a:pPr marL="1828800" lvl="3" indent="-457200">
              <a:buFont typeface="Arial" panose="020B0604020202020204" pitchFamily="34" charset="0"/>
              <a:buChar char="•"/>
            </a:pPr>
            <a:r>
              <a:rPr lang="en-US" sz="1600" dirty="0"/>
              <a:t>Layer 5 – Session</a:t>
            </a:r>
          </a:p>
          <a:p>
            <a:pPr marL="1828800" lvl="3" indent="-457200">
              <a:buFont typeface="Arial" panose="020B0604020202020204" pitchFamily="34" charset="0"/>
              <a:buChar char="•"/>
            </a:pPr>
            <a:r>
              <a:rPr lang="en-US" sz="1600" dirty="0"/>
              <a:t>Layer 6 – Presentation</a:t>
            </a:r>
          </a:p>
          <a:p>
            <a:pPr marL="1828800" lvl="3" indent="-457200">
              <a:buFont typeface="Arial" panose="020B0604020202020204" pitchFamily="34" charset="0"/>
              <a:buChar char="•"/>
            </a:pPr>
            <a:r>
              <a:rPr lang="en-US" sz="1600" dirty="0"/>
              <a:t>Layer 7 - Application</a:t>
            </a:r>
          </a:p>
          <a:p>
            <a:pPr lvl="2"/>
            <a:r>
              <a:rPr lang="en-US" b="1" dirty="0"/>
              <a:t>Example of encryption for each layer model</a:t>
            </a:r>
          </a:p>
          <a:p>
            <a:pPr marL="1828800" lvl="3" indent="-457200">
              <a:buFont typeface="Arial" panose="020B0604020202020204" pitchFamily="34" charset="0"/>
              <a:buChar char="•"/>
            </a:pPr>
            <a:r>
              <a:rPr lang="en-US" sz="1600" dirty="0"/>
              <a:t>Layer 1 – Physical  (File vault or disk encryption encrypt hardware)</a:t>
            </a:r>
          </a:p>
          <a:p>
            <a:pPr marL="1828800" lvl="3" indent="-457200">
              <a:buFont typeface="Arial" panose="020B0604020202020204" pitchFamily="34" charset="0"/>
              <a:buChar char="•"/>
            </a:pPr>
            <a:r>
              <a:rPr lang="en-US" sz="1600" dirty="0"/>
              <a:t>Layer 2 – Data Link  (WPA3, link layer encryption to secure wireless link, P25  or TETRRA radio encryption to secure voice and data transmission between radio)</a:t>
            </a:r>
          </a:p>
          <a:p>
            <a:pPr marL="1828800" lvl="3" indent="-457200">
              <a:buFont typeface="Arial" panose="020B0604020202020204" pitchFamily="34" charset="0"/>
              <a:buChar char="•"/>
            </a:pPr>
            <a:r>
              <a:rPr lang="en-US" sz="1600" dirty="0"/>
              <a:t>Layer 3 – Network  (IP sec to encrypt data packets, VPN to mask IP address)</a:t>
            </a:r>
          </a:p>
          <a:p>
            <a:pPr marL="1828800" lvl="3" indent="-457200">
              <a:buFont typeface="Arial" panose="020B0604020202020204" pitchFamily="34" charset="0"/>
              <a:buChar char="•"/>
            </a:pPr>
            <a:r>
              <a:rPr lang="en-US" sz="1600" dirty="0"/>
              <a:t>Layer 4 – Transport (SSL for transport session)</a:t>
            </a:r>
          </a:p>
          <a:p>
            <a:pPr marL="1828800" lvl="3" indent="-457200">
              <a:buFont typeface="Arial" panose="020B0604020202020204" pitchFamily="34" charset="0"/>
              <a:buChar char="•"/>
            </a:pPr>
            <a:r>
              <a:rPr lang="en-US" sz="1600" dirty="0"/>
              <a:t>Layer 5 – Session (end to end encryption between sessions)</a:t>
            </a:r>
          </a:p>
          <a:p>
            <a:pPr marL="1828800" lvl="3" indent="-457200">
              <a:buFont typeface="Arial" panose="020B0604020202020204" pitchFamily="34" charset="0"/>
              <a:buChar char="•"/>
            </a:pPr>
            <a:r>
              <a:rPr lang="en-US" sz="1600" dirty="0"/>
              <a:t>Layer 6 – Presentation (TLS for data encryption and decryption across the </a:t>
            </a:r>
            <a:r>
              <a:rPr lang="en-US" sz="1600" dirty="0" err="1"/>
              <a:t>weeb</a:t>
            </a:r>
            <a:r>
              <a:rPr lang="en-US" sz="1600" dirty="0"/>
              <a:t>)</a:t>
            </a:r>
          </a:p>
          <a:p>
            <a:pPr marL="1828800" lvl="3" indent="-457200">
              <a:buFont typeface="Arial" panose="020B0604020202020204" pitchFamily="34" charset="0"/>
              <a:buChar char="•"/>
            </a:pPr>
            <a:r>
              <a:rPr lang="en-US" sz="1600" dirty="0"/>
              <a:t>Layer 7 – Application (PGP for email using AES)</a:t>
            </a:r>
          </a:p>
          <a:p>
            <a:pPr marL="1828800" lvl="3" indent="-457200">
              <a:buFont typeface="Arial" panose="020B0604020202020204" pitchFamily="34" charset="0"/>
              <a:buChar char="•"/>
            </a:pPr>
            <a:endParaRPr lang="en-US" sz="1600" dirty="0"/>
          </a:p>
          <a:p>
            <a:pPr lvl="2"/>
            <a:endParaRPr lang="en-US" sz="2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9" name="Content Placeholder 2">
            <a:extLst>
              <a:ext uri="{FF2B5EF4-FFF2-40B4-BE49-F238E27FC236}">
                <a16:creationId xmlns:a16="http://schemas.microsoft.com/office/drawing/2014/main" id="{9A175785-6076-840E-8ACB-A06B94D6C824}"/>
              </a:ext>
            </a:extLst>
          </p:cNvPr>
          <p:cNvSpPr txBox="1">
            <a:spLocks/>
          </p:cNvSpPr>
          <p:nvPr/>
        </p:nvSpPr>
        <p:spPr>
          <a:xfrm>
            <a:off x="607249" y="1358247"/>
            <a:ext cx="11442321" cy="4351338"/>
          </a:xfrm>
          <a:prstGeom prst="rect">
            <a:avLst/>
          </a:prstGeom>
          <a:ln w="25400">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6B173B"/>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19199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599197-01BC-D00B-C832-4E20E539B9F5}"/>
              </a:ext>
            </a:extLst>
          </p:cNvPr>
          <p:cNvSpPr>
            <a:spLocks noGrp="1"/>
          </p:cNvSpPr>
          <p:nvPr>
            <p:ph type="title"/>
          </p:nvPr>
        </p:nvSpPr>
        <p:spPr>
          <a:xfrm>
            <a:off x="1371597" y="348865"/>
            <a:ext cx="10044023" cy="877729"/>
          </a:xfrm>
        </p:spPr>
        <p:txBody>
          <a:bodyPr anchor="ctr">
            <a:normAutofit/>
          </a:bodyPr>
          <a:lstStyle/>
          <a:p>
            <a:r>
              <a:rPr lang="en-US" sz="2800" b="1">
                <a:solidFill>
                  <a:srgbClr val="FFFFFF"/>
                </a:solidFill>
              </a:rPr>
              <a:t>Example of Cybersecurity Breach</a:t>
            </a:r>
            <a:br>
              <a:rPr lang="en-US" sz="2800" b="1">
                <a:solidFill>
                  <a:srgbClr val="FFFFFF"/>
                </a:solidFill>
              </a:rPr>
            </a:br>
            <a:endParaRPr lang="en-US" sz="2800">
              <a:solidFill>
                <a:srgbClr val="FFFFFF"/>
              </a:solidFill>
            </a:endParaRPr>
          </a:p>
        </p:txBody>
      </p:sp>
      <p:graphicFrame>
        <p:nvGraphicFramePr>
          <p:cNvPr id="5" name="Content Placeholder 2">
            <a:extLst>
              <a:ext uri="{FF2B5EF4-FFF2-40B4-BE49-F238E27FC236}">
                <a16:creationId xmlns:a16="http://schemas.microsoft.com/office/drawing/2014/main" id="{01725758-F3DA-6922-6822-F400C1EC36A7}"/>
              </a:ext>
            </a:extLst>
          </p:cNvPr>
          <p:cNvGraphicFramePr>
            <a:graphicFrameLocks noGrp="1"/>
          </p:cNvGraphicFramePr>
          <p:nvPr>
            <p:ph idx="1"/>
            <p:extLst>
              <p:ext uri="{D42A27DB-BD31-4B8C-83A1-F6EECF244321}">
                <p14:modId xmlns:p14="http://schemas.microsoft.com/office/powerpoint/2010/main" val="4062943549"/>
              </p:ext>
            </p:extLst>
          </p:nvPr>
        </p:nvGraphicFramePr>
        <p:xfrm>
          <a:off x="824165" y="2119745"/>
          <a:ext cx="10927829" cy="4193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3220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19180-974E-CBBB-DC8C-DAE34EADB562}"/>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242CA90-FD0E-1791-1A55-3DCDFA98530C}"/>
              </a:ext>
            </a:extLst>
          </p:cNvPr>
          <p:cNvPicPr>
            <a:picLocks noChangeAspect="1"/>
          </p:cNvPicPr>
          <p:nvPr/>
        </p:nvPicPr>
        <p:blipFill>
          <a:blip r:embed="rId2"/>
          <a:stretch>
            <a:fillRect/>
          </a:stretch>
        </p:blipFill>
        <p:spPr>
          <a:xfrm>
            <a:off x="0" y="6400686"/>
            <a:ext cx="12192000" cy="457314"/>
          </a:xfrm>
          <a:prstGeom prst="rect">
            <a:avLst/>
          </a:prstGeom>
        </p:spPr>
      </p:pic>
      <p:pic>
        <p:nvPicPr>
          <p:cNvPr id="4" name="Picture 3">
            <a:extLst>
              <a:ext uri="{FF2B5EF4-FFF2-40B4-BE49-F238E27FC236}">
                <a16:creationId xmlns:a16="http://schemas.microsoft.com/office/drawing/2014/main" id="{78BE8F50-525B-A4A1-92F2-77EEBFD7BFFF}"/>
              </a:ext>
            </a:extLst>
          </p:cNvPr>
          <p:cNvPicPr>
            <a:picLocks noChangeAspect="1"/>
          </p:cNvPicPr>
          <p:nvPr/>
        </p:nvPicPr>
        <p:blipFill>
          <a:blip r:embed="rId3"/>
          <a:stretch>
            <a:fillRect/>
          </a:stretch>
        </p:blipFill>
        <p:spPr>
          <a:xfrm>
            <a:off x="11156735" y="5837375"/>
            <a:ext cx="892835" cy="892835"/>
          </a:xfrm>
          <a:prstGeom prst="rect">
            <a:avLst/>
          </a:prstGeom>
        </p:spPr>
      </p:pic>
      <p:sp>
        <p:nvSpPr>
          <p:cNvPr id="8" name="Title 1">
            <a:extLst>
              <a:ext uri="{FF2B5EF4-FFF2-40B4-BE49-F238E27FC236}">
                <a16:creationId xmlns:a16="http://schemas.microsoft.com/office/drawing/2014/main" id="{BC699047-C891-C795-C8B3-7340538437D9}"/>
              </a:ext>
            </a:extLst>
          </p:cNvPr>
          <p:cNvSpPr txBox="1">
            <a:spLocks/>
          </p:cNvSpPr>
          <p:nvPr/>
        </p:nvSpPr>
        <p:spPr>
          <a:xfrm>
            <a:off x="584718" y="312882"/>
            <a:ext cx="10515600" cy="9175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rgbClr val="6B173B"/>
                </a:solidFill>
              </a:rPr>
              <a:t>Screenshot of Cybersecurity Paper  </a:t>
            </a:r>
          </a:p>
        </p:txBody>
      </p:sp>
      <p:sp>
        <p:nvSpPr>
          <p:cNvPr id="2" name="TextBox 1">
            <a:extLst>
              <a:ext uri="{FF2B5EF4-FFF2-40B4-BE49-F238E27FC236}">
                <a16:creationId xmlns:a16="http://schemas.microsoft.com/office/drawing/2014/main" id="{7233E470-0D10-F0E8-6721-FDD9EF474C93}"/>
              </a:ext>
            </a:extLst>
          </p:cNvPr>
          <p:cNvSpPr txBox="1"/>
          <p:nvPr/>
        </p:nvSpPr>
        <p:spPr>
          <a:xfrm>
            <a:off x="999673" y="1413068"/>
            <a:ext cx="10657472" cy="4278094"/>
          </a:xfrm>
          <a:prstGeom prst="rect">
            <a:avLst/>
          </a:prstGeom>
          <a:noFill/>
        </p:spPr>
        <p:txBody>
          <a:bodyPr wrap="square" rtlCol="0">
            <a:spAutoFit/>
          </a:bodyPr>
          <a:lstStyle/>
          <a:p>
            <a:r>
              <a:rPr lang="en-US" sz="2800" dirty="0"/>
              <a:t>  </a:t>
            </a:r>
          </a:p>
          <a:p>
            <a:endParaRPr lang="en-US" sz="2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9" name="Content Placeholder 2">
            <a:extLst>
              <a:ext uri="{FF2B5EF4-FFF2-40B4-BE49-F238E27FC236}">
                <a16:creationId xmlns:a16="http://schemas.microsoft.com/office/drawing/2014/main" id="{C024AB9C-E13E-A6C2-60C6-E3C3DD85CE86}"/>
              </a:ext>
            </a:extLst>
          </p:cNvPr>
          <p:cNvSpPr txBox="1">
            <a:spLocks/>
          </p:cNvSpPr>
          <p:nvPr/>
        </p:nvSpPr>
        <p:spPr>
          <a:xfrm>
            <a:off x="607249" y="1358247"/>
            <a:ext cx="11442321" cy="4351338"/>
          </a:xfrm>
          <a:prstGeom prst="rect">
            <a:avLst/>
          </a:prstGeom>
          <a:ln w="25400">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6B173B"/>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35D0B884-2B0D-E6C0-6895-E50083AF286C}"/>
              </a:ext>
            </a:extLst>
          </p:cNvPr>
          <p:cNvPicPr>
            <a:picLocks noChangeAspect="1"/>
          </p:cNvPicPr>
          <p:nvPr/>
        </p:nvPicPr>
        <p:blipFill>
          <a:blip r:embed="rId4"/>
          <a:stretch>
            <a:fillRect/>
          </a:stretch>
        </p:blipFill>
        <p:spPr>
          <a:xfrm>
            <a:off x="1783074" y="-228657"/>
            <a:ext cx="7590588" cy="6858000"/>
          </a:xfrm>
          <a:prstGeom prst="rect">
            <a:avLst/>
          </a:prstGeom>
        </p:spPr>
      </p:pic>
      <p:sp>
        <p:nvSpPr>
          <p:cNvPr id="6" name="TextBox 5">
            <a:extLst>
              <a:ext uri="{FF2B5EF4-FFF2-40B4-BE49-F238E27FC236}">
                <a16:creationId xmlns:a16="http://schemas.microsoft.com/office/drawing/2014/main" id="{1FB62C12-8D28-F286-9B55-915001B07D13}"/>
              </a:ext>
            </a:extLst>
          </p:cNvPr>
          <p:cNvSpPr txBox="1"/>
          <p:nvPr/>
        </p:nvSpPr>
        <p:spPr>
          <a:xfrm>
            <a:off x="730190" y="5315087"/>
            <a:ext cx="10224655" cy="369332"/>
          </a:xfrm>
          <a:prstGeom prst="rect">
            <a:avLst/>
          </a:prstGeom>
          <a:noFill/>
        </p:spPr>
        <p:txBody>
          <a:bodyPr wrap="square" rtlCol="0">
            <a:spAutoFit/>
          </a:bodyPr>
          <a:lstStyle/>
          <a:p>
            <a:r>
              <a:rPr lang="en-US" dirty="0"/>
              <a:t>Link: https://</a:t>
            </a:r>
            <a:r>
              <a:rPr lang="en-US" dirty="0" err="1"/>
              <a:t>arxiv.org</a:t>
            </a:r>
            <a:r>
              <a:rPr lang="en-US" dirty="0"/>
              <a:t>/pdf/2207.01227</a:t>
            </a:r>
          </a:p>
        </p:txBody>
      </p:sp>
    </p:spTree>
    <p:extLst>
      <p:ext uri="{BB962C8B-B14F-4D97-AF65-F5344CB8AC3E}">
        <p14:creationId xmlns:p14="http://schemas.microsoft.com/office/powerpoint/2010/main" val="656184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5548</TotalTime>
  <Words>449</Words>
  <Application>Microsoft Macintosh PowerPoint</Application>
  <PresentationFormat>Widescreen</PresentationFormat>
  <Paragraphs>81</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Aptos Display</vt:lpstr>
      <vt:lpstr>Arial</vt:lpstr>
      <vt:lpstr>Calibri</vt:lpstr>
      <vt:lpstr>Times New Roman</vt:lpstr>
      <vt:lpstr>Wingdings</vt:lpstr>
      <vt:lpstr>Office Theme</vt:lpstr>
      <vt:lpstr>Cybersecurity Ethics </vt:lpstr>
      <vt:lpstr>What is Cybersecurity?</vt:lpstr>
      <vt:lpstr>Layer of Cybersecurity</vt:lpstr>
      <vt:lpstr>Encryption </vt:lpstr>
      <vt:lpstr>PowerPoint Presentation</vt:lpstr>
      <vt:lpstr>Example of Cybersecurity Breach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Gary, Todd</dc:creator>
  <cp:lastModifiedBy>Adebayo, Isaac A.</cp:lastModifiedBy>
  <cp:revision>7</cp:revision>
  <dcterms:created xsi:type="dcterms:W3CDTF">2026-02-03T01:30:54Z</dcterms:created>
  <dcterms:modified xsi:type="dcterms:W3CDTF">2026-02-09T14:49:00Z</dcterms:modified>
</cp:coreProperties>
</file>