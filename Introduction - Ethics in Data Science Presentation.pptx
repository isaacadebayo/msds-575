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51"/>
    <p:restoredTop sz="94613"/>
  </p:normalViewPr>
  <p:slideViewPr>
    <p:cSldViewPr snapToGrid="0">
      <p:cViewPr varScale="1">
        <p:scale>
          <a:sx n="119" d="100"/>
          <a:sy n="119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C12685-420A-4031-98C6-08CCDFA5023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20451EA-1F5C-4750-8E3B-5A78DC163D7D}">
      <dgm:prSet/>
      <dgm:spPr/>
      <dgm:t>
        <a:bodyPr/>
        <a:lstStyle/>
        <a:p>
          <a:pPr>
            <a:defRPr b="1"/>
          </a:pPr>
          <a:r>
            <a:rPr lang="en-US"/>
            <a:t>University of Winnipeg</a:t>
          </a:r>
        </a:p>
      </dgm:t>
    </dgm:pt>
    <dgm:pt modelId="{923193E9-12BE-475C-A3EE-54D384FC05F3}" type="parTrans" cxnId="{FB29B9BC-8488-41F5-A42D-CD00A88D17E9}">
      <dgm:prSet/>
      <dgm:spPr/>
      <dgm:t>
        <a:bodyPr/>
        <a:lstStyle/>
        <a:p>
          <a:endParaRPr lang="en-US"/>
        </a:p>
      </dgm:t>
    </dgm:pt>
    <dgm:pt modelId="{3FE90FC3-461A-4CF4-BA60-2BA767B04701}" type="sibTrans" cxnId="{FB29B9BC-8488-41F5-A42D-CD00A88D17E9}">
      <dgm:prSet/>
      <dgm:spPr/>
      <dgm:t>
        <a:bodyPr/>
        <a:lstStyle/>
        <a:p>
          <a:endParaRPr lang="en-US"/>
        </a:p>
      </dgm:t>
    </dgm:pt>
    <dgm:pt modelId="{31AAC493-F5C6-49D6-B59C-F7BC61AF3073}">
      <dgm:prSet/>
      <dgm:spPr/>
      <dgm:t>
        <a:bodyPr/>
        <a:lstStyle/>
        <a:p>
          <a:r>
            <a:rPr lang="en-US"/>
            <a:t>4 – year BSc Neuroscience </a:t>
          </a:r>
        </a:p>
      </dgm:t>
    </dgm:pt>
    <dgm:pt modelId="{56CEC141-3260-48CB-820C-E1FA161C66A0}" type="parTrans" cxnId="{A42AC205-28B5-4563-94A9-C6FB815A1292}">
      <dgm:prSet/>
      <dgm:spPr/>
      <dgm:t>
        <a:bodyPr/>
        <a:lstStyle/>
        <a:p>
          <a:endParaRPr lang="en-US"/>
        </a:p>
      </dgm:t>
    </dgm:pt>
    <dgm:pt modelId="{2A543E80-73BB-414D-9949-0B9F5711DBE4}" type="sibTrans" cxnId="{A42AC205-28B5-4563-94A9-C6FB815A1292}">
      <dgm:prSet/>
      <dgm:spPr/>
      <dgm:t>
        <a:bodyPr/>
        <a:lstStyle/>
        <a:p>
          <a:endParaRPr lang="en-US"/>
        </a:p>
      </dgm:t>
    </dgm:pt>
    <dgm:pt modelId="{0FBF3C8F-4CFF-422A-9DFB-3B026B496582}">
      <dgm:prSet/>
      <dgm:spPr/>
      <dgm:t>
        <a:bodyPr/>
        <a:lstStyle/>
        <a:p>
          <a:r>
            <a:rPr lang="en-US"/>
            <a:t>4 – year BA Psychology</a:t>
          </a:r>
        </a:p>
      </dgm:t>
    </dgm:pt>
    <dgm:pt modelId="{9745278A-C71A-40B9-B511-F87208507C9D}" type="parTrans" cxnId="{B775299C-2DD0-43CB-A79B-5A2FCDED0111}">
      <dgm:prSet/>
      <dgm:spPr/>
      <dgm:t>
        <a:bodyPr/>
        <a:lstStyle/>
        <a:p>
          <a:endParaRPr lang="en-US"/>
        </a:p>
      </dgm:t>
    </dgm:pt>
    <dgm:pt modelId="{8E398C3A-D6D3-49F3-AA92-2AF9DD63475A}" type="sibTrans" cxnId="{B775299C-2DD0-43CB-A79B-5A2FCDED0111}">
      <dgm:prSet/>
      <dgm:spPr/>
      <dgm:t>
        <a:bodyPr/>
        <a:lstStyle/>
        <a:p>
          <a:endParaRPr lang="en-US"/>
        </a:p>
      </dgm:t>
    </dgm:pt>
    <dgm:pt modelId="{AFFC15A7-D779-4F24-8F12-37B43DF03EE7}">
      <dgm:prSet/>
      <dgm:spPr/>
      <dgm:t>
        <a:bodyPr/>
        <a:lstStyle/>
        <a:p>
          <a:pPr>
            <a:defRPr b="1"/>
          </a:pPr>
          <a:r>
            <a:rPr lang="en-US"/>
            <a:t>University of Manitoba</a:t>
          </a:r>
        </a:p>
      </dgm:t>
    </dgm:pt>
    <dgm:pt modelId="{DB514AFA-6808-4F1B-9658-593611AB72B2}" type="parTrans" cxnId="{557C68EE-B974-48F0-A589-F6C997FAA6A2}">
      <dgm:prSet/>
      <dgm:spPr/>
      <dgm:t>
        <a:bodyPr/>
        <a:lstStyle/>
        <a:p>
          <a:endParaRPr lang="en-US"/>
        </a:p>
      </dgm:t>
    </dgm:pt>
    <dgm:pt modelId="{6BDC33D4-9BE6-4CDA-A77F-B760313D6A30}" type="sibTrans" cxnId="{557C68EE-B974-48F0-A589-F6C997FAA6A2}">
      <dgm:prSet/>
      <dgm:spPr/>
      <dgm:t>
        <a:bodyPr/>
        <a:lstStyle/>
        <a:p>
          <a:endParaRPr lang="en-US"/>
        </a:p>
      </dgm:t>
    </dgm:pt>
    <dgm:pt modelId="{C35BCFD5-192E-421D-B606-12A448AD48A7}">
      <dgm:prSet/>
      <dgm:spPr/>
      <dgm:t>
        <a:bodyPr/>
        <a:lstStyle/>
        <a:p>
          <a:r>
            <a:rPr lang="en-US"/>
            <a:t>3 – year BSc in General Science (Microbiology concentration)</a:t>
          </a:r>
        </a:p>
      </dgm:t>
    </dgm:pt>
    <dgm:pt modelId="{EFA6155F-F21D-4ED2-90D5-414DC0F80E78}" type="parTrans" cxnId="{9515A6FD-A794-43B2-945A-7636CB5BD196}">
      <dgm:prSet/>
      <dgm:spPr/>
      <dgm:t>
        <a:bodyPr/>
        <a:lstStyle/>
        <a:p>
          <a:endParaRPr lang="en-US"/>
        </a:p>
      </dgm:t>
    </dgm:pt>
    <dgm:pt modelId="{9C6F42B7-3B61-43E3-BB51-B275EA4007B0}" type="sibTrans" cxnId="{9515A6FD-A794-43B2-945A-7636CB5BD196}">
      <dgm:prSet/>
      <dgm:spPr/>
      <dgm:t>
        <a:bodyPr/>
        <a:lstStyle/>
        <a:p>
          <a:endParaRPr lang="en-US"/>
        </a:p>
      </dgm:t>
    </dgm:pt>
    <dgm:pt modelId="{00DEA684-9E99-4C81-9878-1C33F38D8E4C}">
      <dgm:prSet/>
      <dgm:spPr/>
      <dgm:t>
        <a:bodyPr/>
        <a:lstStyle/>
        <a:p>
          <a:pPr>
            <a:defRPr b="1"/>
          </a:pPr>
          <a:r>
            <a:rPr lang="en-US"/>
            <a:t>University of Calgary</a:t>
          </a:r>
        </a:p>
      </dgm:t>
    </dgm:pt>
    <dgm:pt modelId="{ADB5B46D-8238-4AC5-947C-C7B75A043348}" type="parTrans" cxnId="{E6FA68C5-4C8B-4777-B585-1F5D4C1FA287}">
      <dgm:prSet/>
      <dgm:spPr/>
      <dgm:t>
        <a:bodyPr/>
        <a:lstStyle/>
        <a:p>
          <a:endParaRPr lang="en-US"/>
        </a:p>
      </dgm:t>
    </dgm:pt>
    <dgm:pt modelId="{1794416D-262B-4C22-99E4-89CE3CB61AB9}" type="sibTrans" cxnId="{E6FA68C5-4C8B-4777-B585-1F5D4C1FA287}">
      <dgm:prSet/>
      <dgm:spPr/>
      <dgm:t>
        <a:bodyPr/>
        <a:lstStyle/>
        <a:p>
          <a:endParaRPr lang="en-US"/>
        </a:p>
      </dgm:t>
    </dgm:pt>
    <dgm:pt modelId="{386A26C6-98F7-400E-90BF-00FAAA4C6FF7}">
      <dgm:prSet/>
      <dgm:spPr/>
      <dgm:t>
        <a:bodyPr/>
        <a:lstStyle/>
        <a:p>
          <a:r>
            <a:rPr lang="en-US"/>
            <a:t>Open Studies: Pre-Master / Professional course requirements</a:t>
          </a:r>
        </a:p>
      </dgm:t>
    </dgm:pt>
    <dgm:pt modelId="{6F4BD512-A5FB-4B3E-8965-A72EA641E7D8}" type="parTrans" cxnId="{561A846D-4C10-4C8A-A3D3-0DCA4EADEFF1}">
      <dgm:prSet/>
      <dgm:spPr/>
      <dgm:t>
        <a:bodyPr/>
        <a:lstStyle/>
        <a:p>
          <a:endParaRPr lang="en-US"/>
        </a:p>
      </dgm:t>
    </dgm:pt>
    <dgm:pt modelId="{67E7A554-22BD-48AF-AD46-7E34E5398783}" type="sibTrans" cxnId="{561A846D-4C10-4C8A-A3D3-0DCA4EADEFF1}">
      <dgm:prSet/>
      <dgm:spPr/>
      <dgm:t>
        <a:bodyPr/>
        <a:lstStyle/>
        <a:p>
          <a:endParaRPr lang="en-US"/>
        </a:p>
      </dgm:t>
    </dgm:pt>
    <dgm:pt modelId="{7EA00E92-EF72-4BAD-ACE0-984F4F13C185}">
      <dgm:prSet/>
      <dgm:spPr/>
      <dgm:t>
        <a:bodyPr/>
        <a:lstStyle/>
        <a:p>
          <a:pPr>
            <a:defRPr b="1"/>
          </a:pPr>
          <a:r>
            <a:rPr lang="en-US"/>
            <a:t>Now: Meharry Medical College (MSc program, final semester </a:t>
          </a:r>
          <a:r>
            <a:rPr lang="en-US">
              <a:sym typeface="Wingdings" panose="05000000000000000000" pitchFamily="2" charset="2"/>
            </a:rPr>
            <a:t></a:t>
          </a:r>
          <a:r>
            <a:rPr lang="en-US"/>
            <a:t>)</a:t>
          </a:r>
        </a:p>
      </dgm:t>
    </dgm:pt>
    <dgm:pt modelId="{13124E4D-BC88-4849-BF78-3A3E47A6F344}" type="parTrans" cxnId="{A97A193F-FC80-4CA3-9FB4-A6A1F24C669E}">
      <dgm:prSet/>
      <dgm:spPr/>
      <dgm:t>
        <a:bodyPr/>
        <a:lstStyle/>
        <a:p>
          <a:endParaRPr lang="en-US"/>
        </a:p>
      </dgm:t>
    </dgm:pt>
    <dgm:pt modelId="{8D7A20E6-4C95-44C1-9E1D-88D19E692319}" type="sibTrans" cxnId="{A97A193F-FC80-4CA3-9FB4-A6A1F24C669E}">
      <dgm:prSet/>
      <dgm:spPr/>
      <dgm:t>
        <a:bodyPr/>
        <a:lstStyle/>
        <a:p>
          <a:endParaRPr lang="en-US"/>
        </a:p>
      </dgm:t>
    </dgm:pt>
    <dgm:pt modelId="{B7FE1DCF-D37E-4770-ACEF-50C4777EA264}" type="pres">
      <dgm:prSet presAssocID="{53C12685-420A-4031-98C6-08CCDFA50237}" presName="root" presStyleCnt="0">
        <dgm:presLayoutVars>
          <dgm:dir/>
          <dgm:resizeHandles val="exact"/>
        </dgm:presLayoutVars>
      </dgm:prSet>
      <dgm:spPr/>
    </dgm:pt>
    <dgm:pt modelId="{05AAF21D-EC17-424A-8985-7B644F2960E6}" type="pres">
      <dgm:prSet presAssocID="{F20451EA-1F5C-4750-8E3B-5A78DC163D7D}" presName="compNode" presStyleCnt="0"/>
      <dgm:spPr/>
    </dgm:pt>
    <dgm:pt modelId="{BB4B5CBA-4C7F-47DD-B726-1B1A7FA24401}" type="pres">
      <dgm:prSet presAssocID="{F20451EA-1F5C-4750-8E3B-5A78DC163D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6E917A6-EB61-4DB5-95EE-4A5F3A57BAF5}" type="pres">
      <dgm:prSet presAssocID="{F20451EA-1F5C-4750-8E3B-5A78DC163D7D}" presName="iconSpace" presStyleCnt="0"/>
      <dgm:spPr/>
    </dgm:pt>
    <dgm:pt modelId="{1431924E-16B3-4516-84BD-7687303D00A4}" type="pres">
      <dgm:prSet presAssocID="{F20451EA-1F5C-4750-8E3B-5A78DC163D7D}" presName="parTx" presStyleLbl="revTx" presStyleIdx="0" presStyleCnt="8">
        <dgm:presLayoutVars>
          <dgm:chMax val="0"/>
          <dgm:chPref val="0"/>
        </dgm:presLayoutVars>
      </dgm:prSet>
      <dgm:spPr/>
    </dgm:pt>
    <dgm:pt modelId="{0B64B5B6-0F92-4C9E-B385-8BFC0D6DE2D4}" type="pres">
      <dgm:prSet presAssocID="{F20451EA-1F5C-4750-8E3B-5A78DC163D7D}" presName="txSpace" presStyleCnt="0"/>
      <dgm:spPr/>
    </dgm:pt>
    <dgm:pt modelId="{086910D1-21CE-4E27-B612-E9DE71D2A585}" type="pres">
      <dgm:prSet presAssocID="{F20451EA-1F5C-4750-8E3B-5A78DC163D7D}" presName="desTx" presStyleLbl="revTx" presStyleIdx="1" presStyleCnt="8">
        <dgm:presLayoutVars/>
      </dgm:prSet>
      <dgm:spPr/>
    </dgm:pt>
    <dgm:pt modelId="{12D94575-3E38-4487-8246-746A5DBC5FF2}" type="pres">
      <dgm:prSet presAssocID="{3FE90FC3-461A-4CF4-BA60-2BA767B04701}" presName="sibTrans" presStyleCnt="0"/>
      <dgm:spPr/>
    </dgm:pt>
    <dgm:pt modelId="{8804FB34-D837-49C8-9B5A-338A3323150C}" type="pres">
      <dgm:prSet presAssocID="{AFFC15A7-D779-4F24-8F12-37B43DF03EE7}" presName="compNode" presStyleCnt="0"/>
      <dgm:spPr/>
    </dgm:pt>
    <dgm:pt modelId="{33FCED04-D856-4937-8607-F5F8D6CCBDCD}" type="pres">
      <dgm:prSet presAssocID="{AFFC15A7-D779-4F24-8F12-37B43DF03E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665CA706-C566-4226-AD81-B637E1BBA40B}" type="pres">
      <dgm:prSet presAssocID="{AFFC15A7-D779-4F24-8F12-37B43DF03EE7}" presName="iconSpace" presStyleCnt="0"/>
      <dgm:spPr/>
    </dgm:pt>
    <dgm:pt modelId="{66C23E2F-C306-42B3-8ECE-95BBF3C2A19D}" type="pres">
      <dgm:prSet presAssocID="{AFFC15A7-D779-4F24-8F12-37B43DF03EE7}" presName="parTx" presStyleLbl="revTx" presStyleIdx="2" presStyleCnt="8">
        <dgm:presLayoutVars>
          <dgm:chMax val="0"/>
          <dgm:chPref val="0"/>
        </dgm:presLayoutVars>
      </dgm:prSet>
      <dgm:spPr/>
    </dgm:pt>
    <dgm:pt modelId="{7FBB0C41-5AF7-430C-8DFA-09416CEB24FC}" type="pres">
      <dgm:prSet presAssocID="{AFFC15A7-D779-4F24-8F12-37B43DF03EE7}" presName="txSpace" presStyleCnt="0"/>
      <dgm:spPr/>
    </dgm:pt>
    <dgm:pt modelId="{12BF5719-306B-48FE-B95D-2FA7F2CFA8E6}" type="pres">
      <dgm:prSet presAssocID="{AFFC15A7-D779-4F24-8F12-37B43DF03EE7}" presName="desTx" presStyleLbl="revTx" presStyleIdx="3" presStyleCnt="8">
        <dgm:presLayoutVars/>
      </dgm:prSet>
      <dgm:spPr/>
    </dgm:pt>
    <dgm:pt modelId="{0CC5AAF0-FAB1-4D32-A446-B7C2C7C51904}" type="pres">
      <dgm:prSet presAssocID="{6BDC33D4-9BE6-4CDA-A77F-B760313D6A30}" presName="sibTrans" presStyleCnt="0"/>
      <dgm:spPr/>
    </dgm:pt>
    <dgm:pt modelId="{D13DD01A-3865-4B40-A1B4-C04814C8B652}" type="pres">
      <dgm:prSet presAssocID="{00DEA684-9E99-4C81-9878-1C33F38D8E4C}" presName="compNode" presStyleCnt="0"/>
      <dgm:spPr/>
    </dgm:pt>
    <dgm:pt modelId="{3C84BC3A-1A78-4F0C-8AB7-43DF4663DC1E}" type="pres">
      <dgm:prSet presAssocID="{00DEA684-9E99-4C81-9878-1C33F38D8E4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BEB85D73-F8E0-4AA9-8B05-1D3C239D7B7B}" type="pres">
      <dgm:prSet presAssocID="{00DEA684-9E99-4C81-9878-1C33F38D8E4C}" presName="iconSpace" presStyleCnt="0"/>
      <dgm:spPr/>
    </dgm:pt>
    <dgm:pt modelId="{F94D7CE0-CB20-4675-BF2D-A347D718C833}" type="pres">
      <dgm:prSet presAssocID="{00DEA684-9E99-4C81-9878-1C33F38D8E4C}" presName="parTx" presStyleLbl="revTx" presStyleIdx="4" presStyleCnt="8">
        <dgm:presLayoutVars>
          <dgm:chMax val="0"/>
          <dgm:chPref val="0"/>
        </dgm:presLayoutVars>
      </dgm:prSet>
      <dgm:spPr/>
    </dgm:pt>
    <dgm:pt modelId="{30F209C5-C28F-4EAE-B711-FBF4A4072794}" type="pres">
      <dgm:prSet presAssocID="{00DEA684-9E99-4C81-9878-1C33F38D8E4C}" presName="txSpace" presStyleCnt="0"/>
      <dgm:spPr/>
    </dgm:pt>
    <dgm:pt modelId="{16412EC7-47F3-4619-925B-71A86317EBFD}" type="pres">
      <dgm:prSet presAssocID="{00DEA684-9E99-4C81-9878-1C33F38D8E4C}" presName="desTx" presStyleLbl="revTx" presStyleIdx="5" presStyleCnt="8">
        <dgm:presLayoutVars/>
      </dgm:prSet>
      <dgm:spPr/>
    </dgm:pt>
    <dgm:pt modelId="{894F36DD-F08A-4987-A67F-E3DE786DE307}" type="pres">
      <dgm:prSet presAssocID="{1794416D-262B-4C22-99E4-89CE3CB61AB9}" presName="sibTrans" presStyleCnt="0"/>
      <dgm:spPr/>
    </dgm:pt>
    <dgm:pt modelId="{0026EA87-773E-44B8-85A6-3F932AE0BB61}" type="pres">
      <dgm:prSet presAssocID="{7EA00E92-EF72-4BAD-ACE0-984F4F13C185}" presName="compNode" presStyleCnt="0"/>
      <dgm:spPr/>
    </dgm:pt>
    <dgm:pt modelId="{4209DFDB-230E-4759-9812-516EA980CF02}" type="pres">
      <dgm:prSet presAssocID="{7EA00E92-EF72-4BAD-ACE0-984F4F13C1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4FAEE6D2-8B96-40A9-974A-026C4BD65ABA}" type="pres">
      <dgm:prSet presAssocID="{7EA00E92-EF72-4BAD-ACE0-984F4F13C185}" presName="iconSpace" presStyleCnt="0"/>
      <dgm:spPr/>
    </dgm:pt>
    <dgm:pt modelId="{0F36F9ED-B7C4-471C-B562-678BA9953EF5}" type="pres">
      <dgm:prSet presAssocID="{7EA00E92-EF72-4BAD-ACE0-984F4F13C185}" presName="parTx" presStyleLbl="revTx" presStyleIdx="6" presStyleCnt="8">
        <dgm:presLayoutVars>
          <dgm:chMax val="0"/>
          <dgm:chPref val="0"/>
        </dgm:presLayoutVars>
      </dgm:prSet>
      <dgm:spPr/>
    </dgm:pt>
    <dgm:pt modelId="{AEAB1160-8943-4562-B72A-D4305C9BBBC6}" type="pres">
      <dgm:prSet presAssocID="{7EA00E92-EF72-4BAD-ACE0-984F4F13C185}" presName="txSpace" presStyleCnt="0"/>
      <dgm:spPr/>
    </dgm:pt>
    <dgm:pt modelId="{EB7E24DE-6C62-46AC-8D63-BDDF6A586E0D}" type="pres">
      <dgm:prSet presAssocID="{7EA00E92-EF72-4BAD-ACE0-984F4F13C185}" presName="desTx" presStyleLbl="revTx" presStyleIdx="7" presStyleCnt="8">
        <dgm:presLayoutVars/>
      </dgm:prSet>
      <dgm:spPr/>
    </dgm:pt>
  </dgm:ptLst>
  <dgm:cxnLst>
    <dgm:cxn modelId="{A42AC205-28B5-4563-94A9-C6FB815A1292}" srcId="{F20451EA-1F5C-4750-8E3B-5A78DC163D7D}" destId="{31AAC493-F5C6-49D6-B59C-F7BC61AF3073}" srcOrd="0" destOrd="0" parTransId="{56CEC141-3260-48CB-820C-E1FA161C66A0}" sibTransId="{2A543E80-73BB-414D-9949-0B9F5711DBE4}"/>
    <dgm:cxn modelId="{8DA05426-38E1-43F0-A56B-4FEECEE4065A}" type="presOf" srcId="{0FBF3C8F-4CFF-422A-9DFB-3B026B496582}" destId="{086910D1-21CE-4E27-B612-E9DE71D2A585}" srcOrd="0" destOrd="1" presId="urn:microsoft.com/office/officeart/2018/2/layout/IconLabelDescriptionList"/>
    <dgm:cxn modelId="{A97A193F-FC80-4CA3-9FB4-A6A1F24C669E}" srcId="{53C12685-420A-4031-98C6-08CCDFA50237}" destId="{7EA00E92-EF72-4BAD-ACE0-984F4F13C185}" srcOrd="3" destOrd="0" parTransId="{13124E4D-BC88-4849-BF78-3A3E47A6F344}" sibTransId="{8D7A20E6-4C95-44C1-9E1D-88D19E692319}"/>
    <dgm:cxn modelId="{C2F3BF3F-D157-4736-B312-13F06650A54B}" type="presOf" srcId="{C35BCFD5-192E-421D-B606-12A448AD48A7}" destId="{12BF5719-306B-48FE-B95D-2FA7F2CFA8E6}" srcOrd="0" destOrd="0" presId="urn:microsoft.com/office/officeart/2018/2/layout/IconLabelDescriptionList"/>
    <dgm:cxn modelId="{35947A5D-AD05-4677-8197-69E6BA97047F}" type="presOf" srcId="{F20451EA-1F5C-4750-8E3B-5A78DC163D7D}" destId="{1431924E-16B3-4516-84BD-7687303D00A4}" srcOrd="0" destOrd="0" presId="urn:microsoft.com/office/officeart/2018/2/layout/IconLabelDescriptionList"/>
    <dgm:cxn modelId="{561A846D-4C10-4C8A-A3D3-0DCA4EADEFF1}" srcId="{00DEA684-9E99-4C81-9878-1C33F38D8E4C}" destId="{386A26C6-98F7-400E-90BF-00FAAA4C6FF7}" srcOrd="0" destOrd="0" parTransId="{6F4BD512-A5FB-4B3E-8965-A72EA641E7D8}" sibTransId="{67E7A554-22BD-48AF-AD46-7E34E5398783}"/>
    <dgm:cxn modelId="{FFEC9772-93B6-429A-B43B-E193F47FCE78}" type="presOf" srcId="{AFFC15A7-D779-4F24-8F12-37B43DF03EE7}" destId="{66C23E2F-C306-42B3-8ECE-95BBF3C2A19D}" srcOrd="0" destOrd="0" presId="urn:microsoft.com/office/officeart/2018/2/layout/IconLabelDescriptionList"/>
    <dgm:cxn modelId="{9FF99888-E182-4897-A244-DFAB71283B25}" type="presOf" srcId="{31AAC493-F5C6-49D6-B59C-F7BC61AF3073}" destId="{086910D1-21CE-4E27-B612-E9DE71D2A585}" srcOrd="0" destOrd="0" presId="urn:microsoft.com/office/officeart/2018/2/layout/IconLabelDescriptionList"/>
    <dgm:cxn modelId="{804F588F-0FE2-4C8F-BB1D-D444836428CC}" type="presOf" srcId="{7EA00E92-EF72-4BAD-ACE0-984F4F13C185}" destId="{0F36F9ED-B7C4-471C-B562-678BA9953EF5}" srcOrd="0" destOrd="0" presId="urn:microsoft.com/office/officeart/2018/2/layout/IconLabelDescriptionList"/>
    <dgm:cxn modelId="{8CE9EF90-B85B-4DC9-B6DF-0C93B1A1CC24}" type="presOf" srcId="{386A26C6-98F7-400E-90BF-00FAAA4C6FF7}" destId="{16412EC7-47F3-4619-925B-71A86317EBFD}" srcOrd="0" destOrd="0" presId="urn:microsoft.com/office/officeart/2018/2/layout/IconLabelDescriptionList"/>
    <dgm:cxn modelId="{B775299C-2DD0-43CB-A79B-5A2FCDED0111}" srcId="{F20451EA-1F5C-4750-8E3B-5A78DC163D7D}" destId="{0FBF3C8F-4CFF-422A-9DFB-3B026B496582}" srcOrd="1" destOrd="0" parTransId="{9745278A-C71A-40B9-B511-F87208507C9D}" sibTransId="{8E398C3A-D6D3-49F3-AA92-2AF9DD63475A}"/>
    <dgm:cxn modelId="{754376A4-4667-4C8D-B705-E6A8B110763B}" type="presOf" srcId="{00DEA684-9E99-4C81-9878-1C33F38D8E4C}" destId="{F94D7CE0-CB20-4675-BF2D-A347D718C833}" srcOrd="0" destOrd="0" presId="urn:microsoft.com/office/officeart/2018/2/layout/IconLabelDescriptionList"/>
    <dgm:cxn modelId="{0CB8EFB2-75F2-4995-BF83-D61EFD53E504}" type="presOf" srcId="{53C12685-420A-4031-98C6-08CCDFA50237}" destId="{B7FE1DCF-D37E-4770-ACEF-50C4777EA264}" srcOrd="0" destOrd="0" presId="urn:microsoft.com/office/officeart/2018/2/layout/IconLabelDescriptionList"/>
    <dgm:cxn modelId="{FB29B9BC-8488-41F5-A42D-CD00A88D17E9}" srcId="{53C12685-420A-4031-98C6-08CCDFA50237}" destId="{F20451EA-1F5C-4750-8E3B-5A78DC163D7D}" srcOrd="0" destOrd="0" parTransId="{923193E9-12BE-475C-A3EE-54D384FC05F3}" sibTransId="{3FE90FC3-461A-4CF4-BA60-2BA767B04701}"/>
    <dgm:cxn modelId="{E6FA68C5-4C8B-4777-B585-1F5D4C1FA287}" srcId="{53C12685-420A-4031-98C6-08CCDFA50237}" destId="{00DEA684-9E99-4C81-9878-1C33F38D8E4C}" srcOrd="2" destOrd="0" parTransId="{ADB5B46D-8238-4AC5-947C-C7B75A043348}" sibTransId="{1794416D-262B-4C22-99E4-89CE3CB61AB9}"/>
    <dgm:cxn modelId="{557C68EE-B974-48F0-A589-F6C997FAA6A2}" srcId="{53C12685-420A-4031-98C6-08CCDFA50237}" destId="{AFFC15A7-D779-4F24-8F12-37B43DF03EE7}" srcOrd="1" destOrd="0" parTransId="{DB514AFA-6808-4F1B-9658-593611AB72B2}" sibTransId="{6BDC33D4-9BE6-4CDA-A77F-B760313D6A30}"/>
    <dgm:cxn modelId="{9515A6FD-A794-43B2-945A-7636CB5BD196}" srcId="{AFFC15A7-D779-4F24-8F12-37B43DF03EE7}" destId="{C35BCFD5-192E-421D-B606-12A448AD48A7}" srcOrd="0" destOrd="0" parTransId="{EFA6155F-F21D-4ED2-90D5-414DC0F80E78}" sibTransId="{9C6F42B7-3B61-43E3-BB51-B275EA4007B0}"/>
    <dgm:cxn modelId="{9957C56D-2B87-4C18-8F65-F4FD10774889}" type="presParOf" srcId="{B7FE1DCF-D37E-4770-ACEF-50C4777EA264}" destId="{05AAF21D-EC17-424A-8985-7B644F2960E6}" srcOrd="0" destOrd="0" presId="urn:microsoft.com/office/officeart/2018/2/layout/IconLabelDescriptionList"/>
    <dgm:cxn modelId="{994C0355-ED07-49EC-801A-F9D529DF8A77}" type="presParOf" srcId="{05AAF21D-EC17-424A-8985-7B644F2960E6}" destId="{BB4B5CBA-4C7F-47DD-B726-1B1A7FA24401}" srcOrd="0" destOrd="0" presId="urn:microsoft.com/office/officeart/2018/2/layout/IconLabelDescriptionList"/>
    <dgm:cxn modelId="{62CFB0C8-EA41-4844-9F39-D0E168916A24}" type="presParOf" srcId="{05AAF21D-EC17-424A-8985-7B644F2960E6}" destId="{96E917A6-EB61-4DB5-95EE-4A5F3A57BAF5}" srcOrd="1" destOrd="0" presId="urn:microsoft.com/office/officeart/2018/2/layout/IconLabelDescriptionList"/>
    <dgm:cxn modelId="{B5AF7134-68D9-4377-B6FB-1E5B17C2E471}" type="presParOf" srcId="{05AAF21D-EC17-424A-8985-7B644F2960E6}" destId="{1431924E-16B3-4516-84BD-7687303D00A4}" srcOrd="2" destOrd="0" presId="urn:microsoft.com/office/officeart/2018/2/layout/IconLabelDescriptionList"/>
    <dgm:cxn modelId="{9832D104-8F0B-42E6-BA25-C46FEFEC1298}" type="presParOf" srcId="{05AAF21D-EC17-424A-8985-7B644F2960E6}" destId="{0B64B5B6-0F92-4C9E-B385-8BFC0D6DE2D4}" srcOrd="3" destOrd="0" presId="urn:microsoft.com/office/officeart/2018/2/layout/IconLabelDescriptionList"/>
    <dgm:cxn modelId="{1AF929B9-81AA-42D6-85B3-FE3B537E8B80}" type="presParOf" srcId="{05AAF21D-EC17-424A-8985-7B644F2960E6}" destId="{086910D1-21CE-4E27-B612-E9DE71D2A585}" srcOrd="4" destOrd="0" presId="urn:microsoft.com/office/officeart/2018/2/layout/IconLabelDescriptionList"/>
    <dgm:cxn modelId="{F0FBDA3F-BCA0-4941-ADD0-1EBA4F86ABE3}" type="presParOf" srcId="{B7FE1DCF-D37E-4770-ACEF-50C4777EA264}" destId="{12D94575-3E38-4487-8246-746A5DBC5FF2}" srcOrd="1" destOrd="0" presId="urn:microsoft.com/office/officeart/2018/2/layout/IconLabelDescriptionList"/>
    <dgm:cxn modelId="{B9F2C0E2-56B3-4723-98E7-2A8D22B8D84B}" type="presParOf" srcId="{B7FE1DCF-D37E-4770-ACEF-50C4777EA264}" destId="{8804FB34-D837-49C8-9B5A-338A3323150C}" srcOrd="2" destOrd="0" presId="urn:microsoft.com/office/officeart/2018/2/layout/IconLabelDescriptionList"/>
    <dgm:cxn modelId="{A8A932F4-811A-4862-8D2C-75DE7F11133E}" type="presParOf" srcId="{8804FB34-D837-49C8-9B5A-338A3323150C}" destId="{33FCED04-D856-4937-8607-F5F8D6CCBDCD}" srcOrd="0" destOrd="0" presId="urn:microsoft.com/office/officeart/2018/2/layout/IconLabelDescriptionList"/>
    <dgm:cxn modelId="{97C6A585-C00E-4ADD-ACD7-E9CBCB704FE4}" type="presParOf" srcId="{8804FB34-D837-49C8-9B5A-338A3323150C}" destId="{665CA706-C566-4226-AD81-B637E1BBA40B}" srcOrd="1" destOrd="0" presId="urn:microsoft.com/office/officeart/2018/2/layout/IconLabelDescriptionList"/>
    <dgm:cxn modelId="{25AFA7EC-756E-4128-A8B7-44819CAF705F}" type="presParOf" srcId="{8804FB34-D837-49C8-9B5A-338A3323150C}" destId="{66C23E2F-C306-42B3-8ECE-95BBF3C2A19D}" srcOrd="2" destOrd="0" presId="urn:microsoft.com/office/officeart/2018/2/layout/IconLabelDescriptionList"/>
    <dgm:cxn modelId="{F5C0215D-77D5-4EAA-B0EA-EA2557DE2FA5}" type="presParOf" srcId="{8804FB34-D837-49C8-9B5A-338A3323150C}" destId="{7FBB0C41-5AF7-430C-8DFA-09416CEB24FC}" srcOrd="3" destOrd="0" presId="urn:microsoft.com/office/officeart/2018/2/layout/IconLabelDescriptionList"/>
    <dgm:cxn modelId="{6F585BEB-D674-48CA-BB49-65CD7059D1EF}" type="presParOf" srcId="{8804FB34-D837-49C8-9B5A-338A3323150C}" destId="{12BF5719-306B-48FE-B95D-2FA7F2CFA8E6}" srcOrd="4" destOrd="0" presId="urn:microsoft.com/office/officeart/2018/2/layout/IconLabelDescriptionList"/>
    <dgm:cxn modelId="{50C51A89-70DA-4882-BF64-C4B137924F20}" type="presParOf" srcId="{B7FE1DCF-D37E-4770-ACEF-50C4777EA264}" destId="{0CC5AAF0-FAB1-4D32-A446-B7C2C7C51904}" srcOrd="3" destOrd="0" presId="urn:microsoft.com/office/officeart/2018/2/layout/IconLabelDescriptionList"/>
    <dgm:cxn modelId="{8832847F-F5E7-425D-9605-CD576828EDD2}" type="presParOf" srcId="{B7FE1DCF-D37E-4770-ACEF-50C4777EA264}" destId="{D13DD01A-3865-4B40-A1B4-C04814C8B652}" srcOrd="4" destOrd="0" presId="urn:microsoft.com/office/officeart/2018/2/layout/IconLabelDescriptionList"/>
    <dgm:cxn modelId="{79759EA0-0F15-4582-A7EE-6D9F9E095E12}" type="presParOf" srcId="{D13DD01A-3865-4B40-A1B4-C04814C8B652}" destId="{3C84BC3A-1A78-4F0C-8AB7-43DF4663DC1E}" srcOrd="0" destOrd="0" presId="urn:microsoft.com/office/officeart/2018/2/layout/IconLabelDescriptionList"/>
    <dgm:cxn modelId="{A705A986-8C5E-4665-B39F-D294086660D1}" type="presParOf" srcId="{D13DD01A-3865-4B40-A1B4-C04814C8B652}" destId="{BEB85D73-F8E0-4AA9-8B05-1D3C239D7B7B}" srcOrd="1" destOrd="0" presId="urn:microsoft.com/office/officeart/2018/2/layout/IconLabelDescriptionList"/>
    <dgm:cxn modelId="{4B42C69A-1B12-4E10-A120-02B81A94E960}" type="presParOf" srcId="{D13DD01A-3865-4B40-A1B4-C04814C8B652}" destId="{F94D7CE0-CB20-4675-BF2D-A347D718C833}" srcOrd="2" destOrd="0" presId="urn:microsoft.com/office/officeart/2018/2/layout/IconLabelDescriptionList"/>
    <dgm:cxn modelId="{AD7D9909-E890-4C48-95CA-DEC654A2B058}" type="presParOf" srcId="{D13DD01A-3865-4B40-A1B4-C04814C8B652}" destId="{30F209C5-C28F-4EAE-B711-FBF4A4072794}" srcOrd="3" destOrd="0" presId="urn:microsoft.com/office/officeart/2018/2/layout/IconLabelDescriptionList"/>
    <dgm:cxn modelId="{741FCE46-25A1-4AF1-A838-4706C9F0DADF}" type="presParOf" srcId="{D13DD01A-3865-4B40-A1B4-C04814C8B652}" destId="{16412EC7-47F3-4619-925B-71A86317EBFD}" srcOrd="4" destOrd="0" presId="urn:microsoft.com/office/officeart/2018/2/layout/IconLabelDescriptionList"/>
    <dgm:cxn modelId="{6D3696CA-A2CB-48D4-87C2-DC483B747CE3}" type="presParOf" srcId="{B7FE1DCF-D37E-4770-ACEF-50C4777EA264}" destId="{894F36DD-F08A-4987-A67F-E3DE786DE307}" srcOrd="5" destOrd="0" presId="urn:microsoft.com/office/officeart/2018/2/layout/IconLabelDescriptionList"/>
    <dgm:cxn modelId="{A45B52EF-DFF2-4884-9BCC-E136F5CD5789}" type="presParOf" srcId="{B7FE1DCF-D37E-4770-ACEF-50C4777EA264}" destId="{0026EA87-773E-44B8-85A6-3F932AE0BB61}" srcOrd="6" destOrd="0" presId="urn:microsoft.com/office/officeart/2018/2/layout/IconLabelDescriptionList"/>
    <dgm:cxn modelId="{DBD41F87-2ED4-4633-984A-30F42127B77C}" type="presParOf" srcId="{0026EA87-773E-44B8-85A6-3F932AE0BB61}" destId="{4209DFDB-230E-4759-9812-516EA980CF02}" srcOrd="0" destOrd="0" presId="urn:microsoft.com/office/officeart/2018/2/layout/IconLabelDescriptionList"/>
    <dgm:cxn modelId="{DFF24A1C-1CE3-4D23-A1D6-8568BD9E6428}" type="presParOf" srcId="{0026EA87-773E-44B8-85A6-3F932AE0BB61}" destId="{4FAEE6D2-8B96-40A9-974A-026C4BD65ABA}" srcOrd="1" destOrd="0" presId="urn:microsoft.com/office/officeart/2018/2/layout/IconLabelDescriptionList"/>
    <dgm:cxn modelId="{D0B3C944-C4C1-42AF-808B-802EC068E04F}" type="presParOf" srcId="{0026EA87-773E-44B8-85A6-3F932AE0BB61}" destId="{0F36F9ED-B7C4-471C-B562-678BA9953EF5}" srcOrd="2" destOrd="0" presId="urn:microsoft.com/office/officeart/2018/2/layout/IconLabelDescriptionList"/>
    <dgm:cxn modelId="{C0FDBC81-1FA4-4C26-8F58-DDA2695BE9D2}" type="presParOf" srcId="{0026EA87-773E-44B8-85A6-3F932AE0BB61}" destId="{AEAB1160-8943-4562-B72A-D4305C9BBBC6}" srcOrd="3" destOrd="0" presId="urn:microsoft.com/office/officeart/2018/2/layout/IconLabelDescriptionList"/>
    <dgm:cxn modelId="{89872070-D859-4FFA-BE71-D087EB93CFDC}" type="presParOf" srcId="{0026EA87-773E-44B8-85A6-3F932AE0BB61}" destId="{EB7E24DE-6C62-46AC-8D63-BDDF6A586E0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6E3D54-91D7-4F9F-B36F-09D0AA3E906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591950-CC30-4C60-A320-7432FF6B5392}">
      <dgm:prSet/>
      <dgm:spPr/>
      <dgm:t>
        <a:bodyPr/>
        <a:lstStyle/>
        <a:p>
          <a:r>
            <a:rPr lang="en-US"/>
            <a:t>Child and Youth Worker</a:t>
          </a:r>
        </a:p>
      </dgm:t>
    </dgm:pt>
    <dgm:pt modelId="{773221EA-AF1A-4AE0-AB51-4F971639C192}" type="parTrans" cxnId="{F72C73CF-1CDF-4DA9-B148-22CA7CB9B8A0}">
      <dgm:prSet/>
      <dgm:spPr/>
      <dgm:t>
        <a:bodyPr/>
        <a:lstStyle/>
        <a:p>
          <a:endParaRPr lang="en-US"/>
        </a:p>
      </dgm:t>
    </dgm:pt>
    <dgm:pt modelId="{6E71E374-FBAA-45AE-94AE-FE4A668E721E}" type="sibTrans" cxnId="{F72C73CF-1CDF-4DA9-B148-22CA7CB9B8A0}">
      <dgm:prSet/>
      <dgm:spPr/>
      <dgm:t>
        <a:bodyPr/>
        <a:lstStyle/>
        <a:p>
          <a:endParaRPr lang="en-US"/>
        </a:p>
      </dgm:t>
    </dgm:pt>
    <dgm:pt modelId="{86C32892-074A-4648-8AF8-DFACBDF09E26}">
      <dgm:prSet/>
      <dgm:spPr/>
      <dgm:t>
        <a:bodyPr/>
        <a:lstStyle/>
        <a:p>
          <a:r>
            <a:rPr lang="en-US" dirty="0"/>
            <a:t>Role: Goal is to use psychological principles and model to alleviate ACE/Trauma</a:t>
          </a:r>
        </a:p>
      </dgm:t>
    </dgm:pt>
    <dgm:pt modelId="{E369FC4D-C5BF-4619-BA06-E805B829351A}" type="parTrans" cxnId="{8C1A147C-5B2C-43B8-88D8-CBB61A5A9DB9}">
      <dgm:prSet/>
      <dgm:spPr/>
      <dgm:t>
        <a:bodyPr/>
        <a:lstStyle/>
        <a:p>
          <a:endParaRPr lang="en-US"/>
        </a:p>
      </dgm:t>
    </dgm:pt>
    <dgm:pt modelId="{E341CC2B-E435-46F9-A221-02266BE31C40}" type="sibTrans" cxnId="{8C1A147C-5B2C-43B8-88D8-CBB61A5A9DB9}">
      <dgm:prSet/>
      <dgm:spPr/>
      <dgm:t>
        <a:bodyPr/>
        <a:lstStyle/>
        <a:p>
          <a:endParaRPr lang="en-US"/>
        </a:p>
      </dgm:t>
    </dgm:pt>
    <dgm:pt modelId="{513B065E-481A-41B3-B063-EB5730E86E1A}">
      <dgm:prSet/>
      <dgm:spPr/>
      <dgm:t>
        <a:bodyPr/>
        <a:lstStyle/>
        <a:p>
          <a:r>
            <a:rPr lang="en-US"/>
            <a:t>Behavioral modification</a:t>
          </a:r>
        </a:p>
      </dgm:t>
    </dgm:pt>
    <dgm:pt modelId="{25F68ECB-5DA5-4FFC-9FC8-A977ECB19D54}" type="parTrans" cxnId="{C5DDF333-D3B4-4827-83AA-A049C002DA44}">
      <dgm:prSet/>
      <dgm:spPr/>
      <dgm:t>
        <a:bodyPr/>
        <a:lstStyle/>
        <a:p>
          <a:endParaRPr lang="en-US"/>
        </a:p>
      </dgm:t>
    </dgm:pt>
    <dgm:pt modelId="{7FB6C58F-5A5E-43A6-88E9-A49B052F85E8}" type="sibTrans" cxnId="{C5DDF333-D3B4-4827-83AA-A049C002DA44}">
      <dgm:prSet/>
      <dgm:spPr/>
      <dgm:t>
        <a:bodyPr/>
        <a:lstStyle/>
        <a:p>
          <a:endParaRPr lang="en-US"/>
        </a:p>
      </dgm:t>
    </dgm:pt>
    <dgm:pt modelId="{13E73886-2966-4D04-8DBC-04D953F4334C}">
      <dgm:prSet/>
      <dgm:spPr/>
      <dgm:t>
        <a:bodyPr/>
        <a:lstStyle/>
        <a:p>
          <a:r>
            <a:rPr lang="en-US" dirty="0"/>
            <a:t>Modify negative behavior such as (self harm and verbal outburst) and replace them with positive behavior</a:t>
          </a:r>
        </a:p>
      </dgm:t>
    </dgm:pt>
    <dgm:pt modelId="{D468E70E-4C51-470E-8F15-2DAF8B76F01B}" type="parTrans" cxnId="{2733793C-3019-4DA7-8E1F-13D896164C1F}">
      <dgm:prSet/>
      <dgm:spPr/>
      <dgm:t>
        <a:bodyPr/>
        <a:lstStyle/>
        <a:p>
          <a:endParaRPr lang="en-US"/>
        </a:p>
      </dgm:t>
    </dgm:pt>
    <dgm:pt modelId="{4F0EAD2E-57E2-4665-AAF7-BE7A218DCFFC}" type="sibTrans" cxnId="{2733793C-3019-4DA7-8E1F-13D896164C1F}">
      <dgm:prSet/>
      <dgm:spPr/>
      <dgm:t>
        <a:bodyPr/>
        <a:lstStyle/>
        <a:p>
          <a:endParaRPr lang="en-US"/>
        </a:p>
      </dgm:t>
    </dgm:pt>
    <dgm:pt modelId="{46777A79-81F5-4C9F-A2BE-759DB04A8EBC}">
      <dgm:prSet/>
      <dgm:spPr/>
      <dgm:t>
        <a:bodyPr/>
        <a:lstStyle/>
        <a:p>
          <a:r>
            <a:rPr lang="en-US"/>
            <a:t>Harm reduction model</a:t>
          </a:r>
        </a:p>
      </dgm:t>
    </dgm:pt>
    <dgm:pt modelId="{3777C685-44F7-4D2A-A87C-E221258D8F8B}" type="parTrans" cxnId="{BCB88DB5-F4CE-4BFE-ACD6-066681CAFF25}">
      <dgm:prSet/>
      <dgm:spPr/>
      <dgm:t>
        <a:bodyPr/>
        <a:lstStyle/>
        <a:p>
          <a:endParaRPr lang="en-US"/>
        </a:p>
      </dgm:t>
    </dgm:pt>
    <dgm:pt modelId="{B53343D4-BDC1-4030-8976-AD3776F5D2C1}" type="sibTrans" cxnId="{BCB88DB5-F4CE-4BFE-ACD6-066681CAFF25}">
      <dgm:prSet/>
      <dgm:spPr/>
      <dgm:t>
        <a:bodyPr/>
        <a:lstStyle/>
        <a:p>
          <a:endParaRPr lang="en-US"/>
        </a:p>
      </dgm:t>
    </dgm:pt>
    <dgm:pt modelId="{44F9981C-4ABB-4980-873B-D10180E14D6E}">
      <dgm:prSet/>
      <dgm:spPr/>
      <dgm:t>
        <a:bodyPr/>
        <a:lstStyle/>
        <a:p>
          <a:r>
            <a:rPr lang="en-US"/>
            <a:t>Acknowledge the role of addiction and offer support to reduce addictive behavior rather than stigmatizing</a:t>
          </a:r>
        </a:p>
      </dgm:t>
    </dgm:pt>
    <dgm:pt modelId="{79902255-BBC6-4B0F-B58A-669B273BF8FB}" type="parTrans" cxnId="{BE5C2378-D522-4214-83A9-69C7E95B2565}">
      <dgm:prSet/>
      <dgm:spPr/>
      <dgm:t>
        <a:bodyPr/>
        <a:lstStyle/>
        <a:p>
          <a:endParaRPr lang="en-US"/>
        </a:p>
      </dgm:t>
    </dgm:pt>
    <dgm:pt modelId="{7A7E0FAB-9F6F-4723-A29B-24B265C824F1}" type="sibTrans" cxnId="{BE5C2378-D522-4214-83A9-69C7E95B2565}">
      <dgm:prSet/>
      <dgm:spPr/>
      <dgm:t>
        <a:bodyPr/>
        <a:lstStyle/>
        <a:p>
          <a:endParaRPr lang="en-US"/>
        </a:p>
      </dgm:t>
    </dgm:pt>
    <dgm:pt modelId="{C075104D-E0B7-448D-9316-3F7B13C31CAC}">
      <dgm:prSet/>
      <dgm:spPr/>
      <dgm:t>
        <a:bodyPr/>
        <a:lstStyle/>
        <a:p>
          <a:r>
            <a:rPr lang="en-US"/>
            <a:t>Incentive theory</a:t>
          </a:r>
        </a:p>
      </dgm:t>
    </dgm:pt>
    <dgm:pt modelId="{97BCF007-92F4-4904-BC82-011595AE1FCF}" type="parTrans" cxnId="{4D6E8490-9B68-40B6-91A4-A7A93EB44BEF}">
      <dgm:prSet/>
      <dgm:spPr/>
      <dgm:t>
        <a:bodyPr/>
        <a:lstStyle/>
        <a:p>
          <a:endParaRPr lang="en-US"/>
        </a:p>
      </dgm:t>
    </dgm:pt>
    <dgm:pt modelId="{39E63B47-A147-4677-8FEE-7B6130C1F05D}" type="sibTrans" cxnId="{4D6E8490-9B68-40B6-91A4-A7A93EB44BEF}">
      <dgm:prSet/>
      <dgm:spPr/>
      <dgm:t>
        <a:bodyPr/>
        <a:lstStyle/>
        <a:p>
          <a:endParaRPr lang="en-US"/>
        </a:p>
      </dgm:t>
    </dgm:pt>
    <dgm:pt modelId="{AAF29CA7-6230-496E-AFD9-988F1C1D6E80}">
      <dgm:prSet/>
      <dgm:spPr/>
      <dgm:t>
        <a:bodyPr/>
        <a:lstStyle/>
        <a:p>
          <a:r>
            <a:rPr lang="en-US"/>
            <a:t>Incentive driven application such as money incentive such as allowance to encourage life skills</a:t>
          </a:r>
        </a:p>
      </dgm:t>
    </dgm:pt>
    <dgm:pt modelId="{0AC0D2C4-1597-4ABE-B673-69FDB81F849D}" type="parTrans" cxnId="{1A4AB443-3489-4F23-BFE9-30AC4F8FA2AD}">
      <dgm:prSet/>
      <dgm:spPr/>
      <dgm:t>
        <a:bodyPr/>
        <a:lstStyle/>
        <a:p>
          <a:endParaRPr lang="en-US"/>
        </a:p>
      </dgm:t>
    </dgm:pt>
    <dgm:pt modelId="{A0418349-94FC-4496-BBA5-9EFE66F2E4FD}" type="sibTrans" cxnId="{1A4AB443-3489-4F23-BFE9-30AC4F8FA2AD}">
      <dgm:prSet/>
      <dgm:spPr/>
      <dgm:t>
        <a:bodyPr/>
        <a:lstStyle/>
        <a:p>
          <a:endParaRPr lang="en-US"/>
        </a:p>
      </dgm:t>
    </dgm:pt>
    <dgm:pt modelId="{A24458A4-09B4-46D5-9A2C-C9982F2DEFB7}">
      <dgm:prSet/>
      <dgm:spPr/>
      <dgm:t>
        <a:bodyPr/>
        <a:lstStyle/>
        <a:p>
          <a:r>
            <a:rPr lang="en-US"/>
            <a:t>Reinforcement</a:t>
          </a:r>
        </a:p>
      </dgm:t>
    </dgm:pt>
    <dgm:pt modelId="{55CCA608-FB92-4C11-9EC0-1E08466D88EC}" type="parTrans" cxnId="{F803EAF4-313C-44ED-BCE7-54F9B2FF6986}">
      <dgm:prSet/>
      <dgm:spPr/>
      <dgm:t>
        <a:bodyPr/>
        <a:lstStyle/>
        <a:p>
          <a:endParaRPr lang="en-US"/>
        </a:p>
      </dgm:t>
    </dgm:pt>
    <dgm:pt modelId="{87DEDDD0-C868-44AB-B83B-37C2D5FA250F}" type="sibTrans" cxnId="{F803EAF4-313C-44ED-BCE7-54F9B2FF6986}">
      <dgm:prSet/>
      <dgm:spPr/>
      <dgm:t>
        <a:bodyPr/>
        <a:lstStyle/>
        <a:p>
          <a:endParaRPr lang="en-US"/>
        </a:p>
      </dgm:t>
    </dgm:pt>
    <dgm:pt modelId="{F4C93A05-4DBD-4BCD-B948-CD209FB8334C}">
      <dgm:prSet/>
      <dgm:spPr/>
      <dgm:t>
        <a:bodyPr/>
        <a:lstStyle/>
        <a:p>
          <a:r>
            <a:rPr lang="en-US"/>
            <a:t>Positive reinforcement to improve positive behavior such as rewards (dinner/bus tickets) for completing a task</a:t>
          </a:r>
        </a:p>
      </dgm:t>
    </dgm:pt>
    <dgm:pt modelId="{CBEEFB8A-1DBC-4633-B84C-326B443C4721}" type="parTrans" cxnId="{B8877FAF-6A55-4DAD-98F5-FE5113EC16F6}">
      <dgm:prSet/>
      <dgm:spPr/>
      <dgm:t>
        <a:bodyPr/>
        <a:lstStyle/>
        <a:p>
          <a:endParaRPr lang="en-US"/>
        </a:p>
      </dgm:t>
    </dgm:pt>
    <dgm:pt modelId="{2041AE15-F078-422F-9A9A-33714530AE9F}" type="sibTrans" cxnId="{B8877FAF-6A55-4DAD-98F5-FE5113EC16F6}">
      <dgm:prSet/>
      <dgm:spPr/>
      <dgm:t>
        <a:bodyPr/>
        <a:lstStyle/>
        <a:p>
          <a:endParaRPr lang="en-US"/>
        </a:p>
      </dgm:t>
    </dgm:pt>
    <dgm:pt modelId="{1B5C92D3-13AA-0842-987E-9B90B8EFF0AA}" type="pres">
      <dgm:prSet presAssocID="{706E3D54-91D7-4F9F-B36F-09D0AA3E906E}" presName="linear" presStyleCnt="0">
        <dgm:presLayoutVars>
          <dgm:dir/>
          <dgm:animLvl val="lvl"/>
          <dgm:resizeHandles val="exact"/>
        </dgm:presLayoutVars>
      </dgm:prSet>
      <dgm:spPr/>
    </dgm:pt>
    <dgm:pt modelId="{3AC9D1EF-C381-6B44-B38A-E1C384C2951F}" type="pres">
      <dgm:prSet presAssocID="{05591950-CC30-4C60-A320-7432FF6B5392}" presName="parentLin" presStyleCnt="0"/>
      <dgm:spPr/>
    </dgm:pt>
    <dgm:pt modelId="{E9C3160B-4EA6-0648-8380-166B3EBAAFE3}" type="pres">
      <dgm:prSet presAssocID="{05591950-CC30-4C60-A320-7432FF6B5392}" presName="parentLeftMargin" presStyleLbl="node1" presStyleIdx="0" presStyleCnt="2"/>
      <dgm:spPr/>
    </dgm:pt>
    <dgm:pt modelId="{A577D9CB-32E2-9649-AD45-F5196FF33A3A}" type="pres">
      <dgm:prSet presAssocID="{05591950-CC30-4C60-A320-7432FF6B53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5147A3D-4BB5-B542-86CE-894F4E5EFC61}" type="pres">
      <dgm:prSet presAssocID="{05591950-CC30-4C60-A320-7432FF6B5392}" presName="negativeSpace" presStyleCnt="0"/>
      <dgm:spPr/>
    </dgm:pt>
    <dgm:pt modelId="{34A07D5D-41C9-A544-B792-36B9861F7585}" type="pres">
      <dgm:prSet presAssocID="{05591950-CC30-4C60-A320-7432FF6B5392}" presName="childText" presStyleLbl="conFgAcc1" presStyleIdx="0" presStyleCnt="2">
        <dgm:presLayoutVars>
          <dgm:bulletEnabled val="1"/>
        </dgm:presLayoutVars>
      </dgm:prSet>
      <dgm:spPr/>
    </dgm:pt>
    <dgm:pt modelId="{A62E12B1-4C88-D444-AD86-CE38F0DC3C60}" type="pres">
      <dgm:prSet presAssocID="{6E71E374-FBAA-45AE-94AE-FE4A668E721E}" presName="spaceBetweenRectangles" presStyleCnt="0"/>
      <dgm:spPr/>
    </dgm:pt>
    <dgm:pt modelId="{2D86019A-2373-9D46-B74B-8679B03CAC09}" type="pres">
      <dgm:prSet presAssocID="{86C32892-074A-4648-8AF8-DFACBDF09E26}" presName="parentLin" presStyleCnt="0"/>
      <dgm:spPr/>
    </dgm:pt>
    <dgm:pt modelId="{0C163FD8-98C6-4948-B8EB-3A772D3AA8B1}" type="pres">
      <dgm:prSet presAssocID="{86C32892-074A-4648-8AF8-DFACBDF09E26}" presName="parentLeftMargin" presStyleLbl="node1" presStyleIdx="0" presStyleCnt="2"/>
      <dgm:spPr/>
    </dgm:pt>
    <dgm:pt modelId="{097657A7-85C6-F74D-9C62-2016A4A3006F}" type="pres">
      <dgm:prSet presAssocID="{86C32892-074A-4648-8AF8-DFACBDF09E2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FA11521-8DE1-5C4F-ADA5-8C7F003D536D}" type="pres">
      <dgm:prSet presAssocID="{86C32892-074A-4648-8AF8-DFACBDF09E26}" presName="negativeSpace" presStyleCnt="0"/>
      <dgm:spPr/>
    </dgm:pt>
    <dgm:pt modelId="{256333F9-B944-7D4C-B313-D8ED0EC71806}" type="pres">
      <dgm:prSet presAssocID="{86C32892-074A-4648-8AF8-DFACBDF09E2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21E2907-C439-1449-B9D9-3CC44A09267F}" type="presOf" srcId="{C075104D-E0B7-448D-9316-3F7B13C31CAC}" destId="{256333F9-B944-7D4C-B313-D8ED0EC71806}" srcOrd="0" destOrd="4" presId="urn:microsoft.com/office/officeart/2005/8/layout/list1"/>
    <dgm:cxn modelId="{7BE3DF0D-3E6A-6446-9F0E-9580956D5223}" type="presOf" srcId="{706E3D54-91D7-4F9F-B36F-09D0AA3E906E}" destId="{1B5C92D3-13AA-0842-987E-9B90B8EFF0AA}" srcOrd="0" destOrd="0" presId="urn:microsoft.com/office/officeart/2005/8/layout/list1"/>
    <dgm:cxn modelId="{85C05D13-D8CD-C847-90DC-4BAD2532BF5D}" type="presOf" srcId="{46777A79-81F5-4C9F-A2BE-759DB04A8EBC}" destId="{256333F9-B944-7D4C-B313-D8ED0EC71806}" srcOrd="0" destOrd="2" presId="urn:microsoft.com/office/officeart/2005/8/layout/list1"/>
    <dgm:cxn modelId="{DCDBC029-D2E6-7445-B876-F8060008FF5F}" type="presOf" srcId="{44F9981C-4ABB-4980-873B-D10180E14D6E}" destId="{256333F9-B944-7D4C-B313-D8ED0EC71806}" srcOrd="0" destOrd="3" presId="urn:microsoft.com/office/officeart/2005/8/layout/list1"/>
    <dgm:cxn modelId="{AE656B32-2A05-CE40-B039-3B479CCDADF4}" type="presOf" srcId="{86C32892-074A-4648-8AF8-DFACBDF09E26}" destId="{097657A7-85C6-F74D-9C62-2016A4A3006F}" srcOrd="1" destOrd="0" presId="urn:microsoft.com/office/officeart/2005/8/layout/list1"/>
    <dgm:cxn modelId="{C5DDF333-D3B4-4827-83AA-A049C002DA44}" srcId="{86C32892-074A-4648-8AF8-DFACBDF09E26}" destId="{513B065E-481A-41B3-B063-EB5730E86E1A}" srcOrd="0" destOrd="0" parTransId="{25F68ECB-5DA5-4FFC-9FC8-A977ECB19D54}" sibTransId="{7FB6C58F-5A5E-43A6-88E9-A49B052F85E8}"/>
    <dgm:cxn modelId="{2733793C-3019-4DA7-8E1F-13D896164C1F}" srcId="{513B065E-481A-41B3-B063-EB5730E86E1A}" destId="{13E73886-2966-4D04-8DBC-04D953F4334C}" srcOrd="0" destOrd="0" parTransId="{D468E70E-4C51-470E-8F15-2DAF8B76F01B}" sibTransId="{4F0EAD2E-57E2-4665-AAF7-BE7A218DCFFC}"/>
    <dgm:cxn modelId="{1A4AB443-3489-4F23-BFE9-30AC4F8FA2AD}" srcId="{C075104D-E0B7-448D-9316-3F7B13C31CAC}" destId="{AAF29CA7-6230-496E-AFD9-988F1C1D6E80}" srcOrd="0" destOrd="0" parTransId="{0AC0D2C4-1597-4ABE-B673-69FDB81F849D}" sibTransId="{A0418349-94FC-4496-BBA5-9EFE66F2E4FD}"/>
    <dgm:cxn modelId="{BE5C2378-D522-4214-83A9-69C7E95B2565}" srcId="{46777A79-81F5-4C9F-A2BE-759DB04A8EBC}" destId="{44F9981C-4ABB-4980-873B-D10180E14D6E}" srcOrd="0" destOrd="0" parTransId="{79902255-BBC6-4B0F-B58A-669B273BF8FB}" sibTransId="{7A7E0FAB-9F6F-4723-A29B-24B265C824F1}"/>
    <dgm:cxn modelId="{8C1A147C-5B2C-43B8-88D8-CBB61A5A9DB9}" srcId="{706E3D54-91D7-4F9F-B36F-09D0AA3E906E}" destId="{86C32892-074A-4648-8AF8-DFACBDF09E26}" srcOrd="1" destOrd="0" parTransId="{E369FC4D-C5BF-4619-BA06-E805B829351A}" sibTransId="{E341CC2B-E435-46F9-A221-02266BE31C40}"/>
    <dgm:cxn modelId="{4D6E8490-9B68-40B6-91A4-A7A93EB44BEF}" srcId="{86C32892-074A-4648-8AF8-DFACBDF09E26}" destId="{C075104D-E0B7-448D-9316-3F7B13C31CAC}" srcOrd="2" destOrd="0" parTransId="{97BCF007-92F4-4904-BC82-011595AE1FCF}" sibTransId="{39E63B47-A147-4677-8FEE-7B6130C1F05D}"/>
    <dgm:cxn modelId="{B712369A-B30B-7845-8FFC-2970040A564F}" type="presOf" srcId="{F4C93A05-4DBD-4BCD-B948-CD209FB8334C}" destId="{256333F9-B944-7D4C-B313-D8ED0EC71806}" srcOrd="0" destOrd="7" presId="urn:microsoft.com/office/officeart/2005/8/layout/list1"/>
    <dgm:cxn modelId="{DAFC049D-21A9-C04C-BECE-AD5EEFF6F4B7}" type="presOf" srcId="{05591950-CC30-4C60-A320-7432FF6B5392}" destId="{A577D9CB-32E2-9649-AD45-F5196FF33A3A}" srcOrd="1" destOrd="0" presId="urn:microsoft.com/office/officeart/2005/8/layout/list1"/>
    <dgm:cxn modelId="{73DC52AB-7489-EF48-B257-789CE44D142A}" type="presOf" srcId="{A24458A4-09B4-46D5-9A2C-C9982F2DEFB7}" destId="{256333F9-B944-7D4C-B313-D8ED0EC71806}" srcOrd="0" destOrd="6" presId="urn:microsoft.com/office/officeart/2005/8/layout/list1"/>
    <dgm:cxn modelId="{B8877FAF-6A55-4DAD-98F5-FE5113EC16F6}" srcId="{A24458A4-09B4-46D5-9A2C-C9982F2DEFB7}" destId="{F4C93A05-4DBD-4BCD-B948-CD209FB8334C}" srcOrd="0" destOrd="0" parTransId="{CBEEFB8A-1DBC-4633-B84C-326B443C4721}" sibTransId="{2041AE15-F078-422F-9A9A-33714530AE9F}"/>
    <dgm:cxn modelId="{BCB88DB5-F4CE-4BFE-ACD6-066681CAFF25}" srcId="{86C32892-074A-4648-8AF8-DFACBDF09E26}" destId="{46777A79-81F5-4C9F-A2BE-759DB04A8EBC}" srcOrd="1" destOrd="0" parTransId="{3777C685-44F7-4D2A-A87C-E221258D8F8B}" sibTransId="{B53343D4-BDC1-4030-8976-AD3776F5D2C1}"/>
    <dgm:cxn modelId="{15597AC7-D3E0-6247-A7E1-D9276223235A}" type="presOf" srcId="{AAF29CA7-6230-496E-AFD9-988F1C1D6E80}" destId="{256333F9-B944-7D4C-B313-D8ED0EC71806}" srcOrd="0" destOrd="5" presId="urn:microsoft.com/office/officeart/2005/8/layout/list1"/>
    <dgm:cxn modelId="{F72C73CF-1CDF-4DA9-B148-22CA7CB9B8A0}" srcId="{706E3D54-91D7-4F9F-B36F-09D0AA3E906E}" destId="{05591950-CC30-4C60-A320-7432FF6B5392}" srcOrd="0" destOrd="0" parTransId="{773221EA-AF1A-4AE0-AB51-4F971639C192}" sibTransId="{6E71E374-FBAA-45AE-94AE-FE4A668E721E}"/>
    <dgm:cxn modelId="{34038BE4-031C-2C40-8F79-0862F22E4411}" type="presOf" srcId="{513B065E-481A-41B3-B063-EB5730E86E1A}" destId="{256333F9-B944-7D4C-B313-D8ED0EC71806}" srcOrd="0" destOrd="0" presId="urn:microsoft.com/office/officeart/2005/8/layout/list1"/>
    <dgm:cxn modelId="{DECC22EB-B774-0541-A551-05490BBCE2D7}" type="presOf" srcId="{05591950-CC30-4C60-A320-7432FF6B5392}" destId="{E9C3160B-4EA6-0648-8380-166B3EBAAFE3}" srcOrd="0" destOrd="0" presId="urn:microsoft.com/office/officeart/2005/8/layout/list1"/>
    <dgm:cxn modelId="{5E40A5F0-1640-9644-A303-0AF666D1C86F}" type="presOf" srcId="{13E73886-2966-4D04-8DBC-04D953F4334C}" destId="{256333F9-B944-7D4C-B313-D8ED0EC71806}" srcOrd="0" destOrd="1" presId="urn:microsoft.com/office/officeart/2005/8/layout/list1"/>
    <dgm:cxn modelId="{F803EAF4-313C-44ED-BCE7-54F9B2FF6986}" srcId="{86C32892-074A-4648-8AF8-DFACBDF09E26}" destId="{A24458A4-09B4-46D5-9A2C-C9982F2DEFB7}" srcOrd="3" destOrd="0" parTransId="{55CCA608-FB92-4C11-9EC0-1E08466D88EC}" sibTransId="{87DEDDD0-C868-44AB-B83B-37C2D5FA250F}"/>
    <dgm:cxn modelId="{02E6D6FB-E859-F240-9F93-4A0E7B24B8CE}" type="presOf" srcId="{86C32892-074A-4648-8AF8-DFACBDF09E26}" destId="{0C163FD8-98C6-4948-B8EB-3A772D3AA8B1}" srcOrd="0" destOrd="0" presId="urn:microsoft.com/office/officeart/2005/8/layout/list1"/>
    <dgm:cxn modelId="{A5A5645E-FF83-0744-9263-8E27C03D7462}" type="presParOf" srcId="{1B5C92D3-13AA-0842-987E-9B90B8EFF0AA}" destId="{3AC9D1EF-C381-6B44-B38A-E1C384C2951F}" srcOrd="0" destOrd="0" presId="urn:microsoft.com/office/officeart/2005/8/layout/list1"/>
    <dgm:cxn modelId="{1E9BEAAF-870D-A245-86D3-FEC6358129C6}" type="presParOf" srcId="{3AC9D1EF-C381-6B44-B38A-E1C384C2951F}" destId="{E9C3160B-4EA6-0648-8380-166B3EBAAFE3}" srcOrd="0" destOrd="0" presId="urn:microsoft.com/office/officeart/2005/8/layout/list1"/>
    <dgm:cxn modelId="{4042B433-732A-A042-A6F9-72553D960AC7}" type="presParOf" srcId="{3AC9D1EF-C381-6B44-B38A-E1C384C2951F}" destId="{A577D9CB-32E2-9649-AD45-F5196FF33A3A}" srcOrd="1" destOrd="0" presId="urn:microsoft.com/office/officeart/2005/8/layout/list1"/>
    <dgm:cxn modelId="{1614E36B-019D-9842-AF17-6ADD581584CD}" type="presParOf" srcId="{1B5C92D3-13AA-0842-987E-9B90B8EFF0AA}" destId="{25147A3D-4BB5-B542-86CE-894F4E5EFC61}" srcOrd="1" destOrd="0" presId="urn:microsoft.com/office/officeart/2005/8/layout/list1"/>
    <dgm:cxn modelId="{3103419C-F6E0-474E-9878-BB34999D2397}" type="presParOf" srcId="{1B5C92D3-13AA-0842-987E-9B90B8EFF0AA}" destId="{34A07D5D-41C9-A544-B792-36B9861F7585}" srcOrd="2" destOrd="0" presId="urn:microsoft.com/office/officeart/2005/8/layout/list1"/>
    <dgm:cxn modelId="{FD8987A2-799E-EF4F-BBC8-82A9C6B1BFB5}" type="presParOf" srcId="{1B5C92D3-13AA-0842-987E-9B90B8EFF0AA}" destId="{A62E12B1-4C88-D444-AD86-CE38F0DC3C60}" srcOrd="3" destOrd="0" presId="urn:microsoft.com/office/officeart/2005/8/layout/list1"/>
    <dgm:cxn modelId="{788D2948-15A9-5741-A674-A0F3673139D3}" type="presParOf" srcId="{1B5C92D3-13AA-0842-987E-9B90B8EFF0AA}" destId="{2D86019A-2373-9D46-B74B-8679B03CAC09}" srcOrd="4" destOrd="0" presId="urn:microsoft.com/office/officeart/2005/8/layout/list1"/>
    <dgm:cxn modelId="{CE88EEE3-7AB1-C440-8928-8F0FA14CCD1C}" type="presParOf" srcId="{2D86019A-2373-9D46-B74B-8679B03CAC09}" destId="{0C163FD8-98C6-4948-B8EB-3A772D3AA8B1}" srcOrd="0" destOrd="0" presId="urn:microsoft.com/office/officeart/2005/8/layout/list1"/>
    <dgm:cxn modelId="{F92C8013-A787-D548-9F40-CBF828BEEE6E}" type="presParOf" srcId="{2D86019A-2373-9D46-B74B-8679B03CAC09}" destId="{097657A7-85C6-F74D-9C62-2016A4A3006F}" srcOrd="1" destOrd="0" presId="urn:microsoft.com/office/officeart/2005/8/layout/list1"/>
    <dgm:cxn modelId="{F1EBA5CA-796D-1F48-9F1F-B8CCD874228C}" type="presParOf" srcId="{1B5C92D3-13AA-0842-987E-9B90B8EFF0AA}" destId="{3FA11521-8DE1-5C4F-ADA5-8C7F003D536D}" srcOrd="5" destOrd="0" presId="urn:microsoft.com/office/officeart/2005/8/layout/list1"/>
    <dgm:cxn modelId="{08CB8B89-14CB-3A46-9CCE-AB1BFE2E2F74}" type="presParOf" srcId="{1B5C92D3-13AA-0842-987E-9B90B8EFF0AA}" destId="{256333F9-B944-7D4C-B313-D8ED0EC7180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076F06-1CFB-4FF4-AC33-815EB2B5213E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E0E8CAB-C84A-4BFC-AB52-D86FDA900918}">
      <dgm:prSet/>
      <dgm:spPr/>
      <dgm:t>
        <a:bodyPr/>
        <a:lstStyle/>
        <a:p>
          <a:r>
            <a:rPr lang="en-US" dirty="0"/>
            <a:t>Disability Practitioner</a:t>
          </a:r>
        </a:p>
      </dgm:t>
    </dgm:pt>
    <dgm:pt modelId="{9AE61FCF-EFA0-4912-8855-B63CF6E58F9B}" type="parTrans" cxnId="{604B5994-A552-4CA7-80A8-BD96A7A632D4}">
      <dgm:prSet/>
      <dgm:spPr/>
      <dgm:t>
        <a:bodyPr/>
        <a:lstStyle/>
        <a:p>
          <a:endParaRPr lang="en-US"/>
        </a:p>
      </dgm:t>
    </dgm:pt>
    <dgm:pt modelId="{40755183-E307-4E65-B5DC-34D2CDAC8964}" type="sibTrans" cxnId="{604B5994-A552-4CA7-80A8-BD96A7A632D4}">
      <dgm:prSet/>
      <dgm:spPr/>
      <dgm:t>
        <a:bodyPr/>
        <a:lstStyle/>
        <a:p>
          <a:endParaRPr lang="en-US"/>
        </a:p>
      </dgm:t>
    </dgm:pt>
    <dgm:pt modelId="{19BCC0DA-DF42-4B8B-B87F-6B51287A2175}">
      <dgm:prSet/>
      <dgm:spPr/>
      <dgm:t>
        <a:bodyPr/>
        <a:lstStyle/>
        <a:p>
          <a:r>
            <a:rPr lang="en-US" dirty="0"/>
            <a:t>Social Skills</a:t>
          </a:r>
        </a:p>
      </dgm:t>
    </dgm:pt>
    <dgm:pt modelId="{D32995AB-33D0-4DD8-842A-3033D838A2DE}" type="parTrans" cxnId="{1EC7D308-2CDB-4E32-8C69-18DBC9F89928}">
      <dgm:prSet/>
      <dgm:spPr/>
      <dgm:t>
        <a:bodyPr/>
        <a:lstStyle/>
        <a:p>
          <a:endParaRPr lang="en-US"/>
        </a:p>
      </dgm:t>
    </dgm:pt>
    <dgm:pt modelId="{95753E27-5B47-4722-8449-05ECE6A664CE}" type="sibTrans" cxnId="{1EC7D308-2CDB-4E32-8C69-18DBC9F89928}">
      <dgm:prSet/>
      <dgm:spPr/>
      <dgm:t>
        <a:bodyPr/>
        <a:lstStyle/>
        <a:p>
          <a:endParaRPr lang="en-US"/>
        </a:p>
      </dgm:t>
    </dgm:pt>
    <dgm:pt modelId="{7D24EC00-6A9F-4731-A4AA-BB5C1B9B4209}">
      <dgm:prSet/>
      <dgm:spPr/>
      <dgm:t>
        <a:bodyPr/>
        <a:lstStyle/>
        <a:p>
          <a:r>
            <a:rPr lang="en-US" dirty="0"/>
            <a:t>Community outing</a:t>
          </a:r>
        </a:p>
      </dgm:t>
    </dgm:pt>
    <dgm:pt modelId="{C75658B4-ACD4-45E7-BCDC-22F73A267305}" type="parTrans" cxnId="{03714F05-CE00-4452-B1AE-5F0F7D3EC622}">
      <dgm:prSet/>
      <dgm:spPr/>
      <dgm:t>
        <a:bodyPr/>
        <a:lstStyle/>
        <a:p>
          <a:endParaRPr lang="en-US"/>
        </a:p>
      </dgm:t>
    </dgm:pt>
    <dgm:pt modelId="{050C64E6-15E8-4933-AE91-0ED5404FC3EE}" type="sibTrans" cxnId="{03714F05-CE00-4452-B1AE-5F0F7D3EC622}">
      <dgm:prSet/>
      <dgm:spPr/>
      <dgm:t>
        <a:bodyPr/>
        <a:lstStyle/>
        <a:p>
          <a:endParaRPr lang="en-US"/>
        </a:p>
      </dgm:t>
    </dgm:pt>
    <dgm:pt modelId="{5579BB4B-248B-4760-B61A-DBBAFBDEA18F}">
      <dgm:prSet/>
      <dgm:spPr/>
      <dgm:t>
        <a:bodyPr/>
        <a:lstStyle/>
        <a:p>
          <a:r>
            <a:rPr lang="en-US"/>
            <a:t>Events could be trivia such as bowling, going to the gym, cinemas or major events such as  </a:t>
          </a:r>
        </a:p>
      </dgm:t>
    </dgm:pt>
    <dgm:pt modelId="{591FBFBA-26B6-41B5-845E-BAE8BAED1D70}" type="parTrans" cxnId="{136AC6CF-760B-4FCB-B0D4-3D4EFFF3A088}">
      <dgm:prSet/>
      <dgm:spPr/>
      <dgm:t>
        <a:bodyPr/>
        <a:lstStyle/>
        <a:p>
          <a:endParaRPr lang="en-US"/>
        </a:p>
      </dgm:t>
    </dgm:pt>
    <dgm:pt modelId="{1A6164A8-D04D-44E6-9363-B1984C092EF3}" type="sibTrans" cxnId="{136AC6CF-760B-4FCB-B0D4-3D4EFFF3A088}">
      <dgm:prSet/>
      <dgm:spPr/>
      <dgm:t>
        <a:bodyPr/>
        <a:lstStyle/>
        <a:p>
          <a:endParaRPr lang="en-US"/>
        </a:p>
      </dgm:t>
    </dgm:pt>
    <dgm:pt modelId="{3C56A387-BED2-48B4-ADAF-1BDAB7848D83}">
      <dgm:prSet/>
      <dgm:spPr/>
      <dgm:t>
        <a:bodyPr/>
        <a:lstStyle/>
        <a:p>
          <a:r>
            <a:rPr lang="en-US"/>
            <a:t>Social event based on their culture, background and religion</a:t>
          </a:r>
        </a:p>
      </dgm:t>
    </dgm:pt>
    <dgm:pt modelId="{5F8DC66E-18E3-404E-BBB1-614B8198E342}" type="parTrans" cxnId="{48464C47-A0CE-422F-BE35-B99EA568D6F9}">
      <dgm:prSet/>
      <dgm:spPr/>
      <dgm:t>
        <a:bodyPr/>
        <a:lstStyle/>
        <a:p>
          <a:endParaRPr lang="en-US"/>
        </a:p>
      </dgm:t>
    </dgm:pt>
    <dgm:pt modelId="{32998591-7C1A-447B-AF22-161B4B88FA3E}" type="sibTrans" cxnId="{48464C47-A0CE-422F-BE35-B99EA568D6F9}">
      <dgm:prSet/>
      <dgm:spPr/>
      <dgm:t>
        <a:bodyPr/>
        <a:lstStyle/>
        <a:p>
          <a:endParaRPr lang="en-US"/>
        </a:p>
      </dgm:t>
    </dgm:pt>
    <dgm:pt modelId="{54D1DBA5-294C-45E0-9766-D05CF220C037}">
      <dgm:prSet/>
      <dgm:spPr/>
      <dgm:t>
        <a:bodyPr/>
        <a:lstStyle/>
        <a:p>
          <a:r>
            <a:rPr lang="en-US"/>
            <a:t>Pow-Wow for indigenous client </a:t>
          </a:r>
        </a:p>
      </dgm:t>
    </dgm:pt>
    <dgm:pt modelId="{26C4E58B-3C8E-4965-9A96-898D6EDF7C68}" type="parTrans" cxnId="{80D9F747-23FF-49C4-8786-F12F30FAF1CD}">
      <dgm:prSet/>
      <dgm:spPr/>
      <dgm:t>
        <a:bodyPr/>
        <a:lstStyle/>
        <a:p>
          <a:endParaRPr lang="en-US"/>
        </a:p>
      </dgm:t>
    </dgm:pt>
    <dgm:pt modelId="{AC24671C-1B27-4868-822F-48835066AB3E}" type="sibTrans" cxnId="{80D9F747-23FF-49C4-8786-F12F30FAF1CD}">
      <dgm:prSet/>
      <dgm:spPr/>
      <dgm:t>
        <a:bodyPr/>
        <a:lstStyle/>
        <a:p>
          <a:endParaRPr lang="en-US"/>
        </a:p>
      </dgm:t>
    </dgm:pt>
    <dgm:pt modelId="{C494F2C1-3734-4069-A990-16693E2392A1}">
      <dgm:prSet/>
      <dgm:spPr/>
      <dgm:t>
        <a:bodyPr/>
        <a:lstStyle/>
        <a:p>
          <a:r>
            <a:rPr lang="en-US"/>
            <a:t>Life skills and Activities of Daily Living</a:t>
          </a:r>
        </a:p>
      </dgm:t>
    </dgm:pt>
    <dgm:pt modelId="{231B2405-3FC6-4927-919C-5E9279647E60}" type="parTrans" cxnId="{99459FE7-53AC-482C-BB30-17A0EF6E8C68}">
      <dgm:prSet/>
      <dgm:spPr/>
      <dgm:t>
        <a:bodyPr/>
        <a:lstStyle/>
        <a:p>
          <a:endParaRPr lang="en-US"/>
        </a:p>
      </dgm:t>
    </dgm:pt>
    <dgm:pt modelId="{E846A159-B0FA-4400-8EF4-539A28F78A59}" type="sibTrans" cxnId="{99459FE7-53AC-482C-BB30-17A0EF6E8C68}">
      <dgm:prSet/>
      <dgm:spPr/>
      <dgm:t>
        <a:bodyPr/>
        <a:lstStyle/>
        <a:p>
          <a:endParaRPr lang="en-US"/>
        </a:p>
      </dgm:t>
    </dgm:pt>
    <dgm:pt modelId="{454201F9-1183-4D95-AB78-C19E509EC66D}">
      <dgm:prSet/>
      <dgm:spPr/>
      <dgm:t>
        <a:bodyPr/>
        <a:lstStyle/>
        <a:p>
          <a:r>
            <a:rPr lang="en-US"/>
            <a:t>Promote positive life skills like budgeting, cooking and cleaning skills</a:t>
          </a:r>
        </a:p>
      </dgm:t>
    </dgm:pt>
    <dgm:pt modelId="{6FAFEBC6-AF22-4F0E-B599-2B9AE2C23EFA}" type="parTrans" cxnId="{8F2AA07B-0D2C-4B63-BBF2-A8CE1AD56D35}">
      <dgm:prSet/>
      <dgm:spPr/>
      <dgm:t>
        <a:bodyPr/>
        <a:lstStyle/>
        <a:p>
          <a:endParaRPr lang="en-US"/>
        </a:p>
      </dgm:t>
    </dgm:pt>
    <dgm:pt modelId="{E208EB44-3572-4F9C-9752-E65F28F33239}" type="sibTrans" cxnId="{8F2AA07B-0D2C-4B63-BBF2-A8CE1AD56D35}">
      <dgm:prSet/>
      <dgm:spPr/>
      <dgm:t>
        <a:bodyPr/>
        <a:lstStyle/>
        <a:p>
          <a:endParaRPr lang="en-US"/>
        </a:p>
      </dgm:t>
    </dgm:pt>
    <dgm:pt modelId="{09B61A32-AB7F-4964-B760-5F9AB613406C}">
      <dgm:prSet/>
      <dgm:spPr/>
      <dgm:t>
        <a:bodyPr/>
        <a:lstStyle/>
        <a:p>
          <a:r>
            <a:rPr lang="en-US"/>
            <a:t>Administer medication, track narcotics count</a:t>
          </a:r>
        </a:p>
      </dgm:t>
    </dgm:pt>
    <dgm:pt modelId="{19309F5C-9CB3-46D4-BAC8-E72DAFDF1CD3}" type="parTrans" cxnId="{48B43767-ACC4-48F1-95F4-166242AFDBBA}">
      <dgm:prSet/>
      <dgm:spPr/>
      <dgm:t>
        <a:bodyPr/>
        <a:lstStyle/>
        <a:p>
          <a:endParaRPr lang="en-US"/>
        </a:p>
      </dgm:t>
    </dgm:pt>
    <dgm:pt modelId="{982CB0E0-9892-4571-86DE-FCF0C234835F}" type="sibTrans" cxnId="{48B43767-ACC4-48F1-95F4-166242AFDBBA}">
      <dgm:prSet/>
      <dgm:spPr/>
      <dgm:t>
        <a:bodyPr/>
        <a:lstStyle/>
        <a:p>
          <a:endParaRPr lang="en-US"/>
        </a:p>
      </dgm:t>
    </dgm:pt>
    <dgm:pt modelId="{710676BC-B023-45D3-8685-994D25A0B45A}">
      <dgm:prSet/>
      <dgm:spPr/>
      <dgm:t>
        <a:bodyPr/>
        <a:lstStyle/>
        <a:p>
          <a:r>
            <a:rPr lang="en-US" dirty="0"/>
            <a:t>Involved in ISP (individualized service plan) for my youth along with social worker, supervisor and PDD (person with developmental disorder) case- worker</a:t>
          </a:r>
        </a:p>
      </dgm:t>
    </dgm:pt>
    <dgm:pt modelId="{2DAF7AC2-B22E-4A1A-B46F-FB63EC21E314}" type="parTrans" cxnId="{8DD81263-8F52-4DDB-B683-D16726955685}">
      <dgm:prSet/>
      <dgm:spPr/>
      <dgm:t>
        <a:bodyPr/>
        <a:lstStyle/>
        <a:p>
          <a:endParaRPr lang="en-US"/>
        </a:p>
      </dgm:t>
    </dgm:pt>
    <dgm:pt modelId="{227F2B87-DC57-46CC-BCA7-D61A0E5B42B3}" type="sibTrans" cxnId="{8DD81263-8F52-4DDB-B683-D16726955685}">
      <dgm:prSet/>
      <dgm:spPr/>
      <dgm:t>
        <a:bodyPr/>
        <a:lstStyle/>
        <a:p>
          <a:endParaRPr lang="en-US"/>
        </a:p>
      </dgm:t>
    </dgm:pt>
    <dgm:pt modelId="{FE929040-B24E-9A4F-B5C4-F131A623D98B}" type="pres">
      <dgm:prSet presAssocID="{CF076F06-1CFB-4FF4-AC33-815EB2B5213E}" presName="linear" presStyleCnt="0">
        <dgm:presLayoutVars>
          <dgm:dir/>
          <dgm:animLvl val="lvl"/>
          <dgm:resizeHandles val="exact"/>
        </dgm:presLayoutVars>
      </dgm:prSet>
      <dgm:spPr/>
    </dgm:pt>
    <dgm:pt modelId="{2DBD2E2B-F4E5-8C43-92F8-89927B103FFA}" type="pres">
      <dgm:prSet presAssocID="{DE0E8CAB-C84A-4BFC-AB52-D86FDA900918}" presName="parentLin" presStyleCnt="0"/>
      <dgm:spPr/>
    </dgm:pt>
    <dgm:pt modelId="{CD3F96BF-26D5-C64A-8F87-2A2E7081B676}" type="pres">
      <dgm:prSet presAssocID="{DE0E8CAB-C84A-4BFC-AB52-D86FDA900918}" presName="parentLeftMargin" presStyleLbl="node1" presStyleIdx="0" presStyleCnt="3"/>
      <dgm:spPr/>
    </dgm:pt>
    <dgm:pt modelId="{385EDB69-7C5C-EB4F-A257-2DDEAE5D8AC8}" type="pres">
      <dgm:prSet presAssocID="{DE0E8CAB-C84A-4BFC-AB52-D86FDA9009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1966E03-8326-0449-86C4-F9EDF623BAF3}" type="pres">
      <dgm:prSet presAssocID="{DE0E8CAB-C84A-4BFC-AB52-D86FDA900918}" presName="negativeSpace" presStyleCnt="0"/>
      <dgm:spPr/>
    </dgm:pt>
    <dgm:pt modelId="{05B93166-875B-F546-A492-56372E42E459}" type="pres">
      <dgm:prSet presAssocID="{DE0E8CAB-C84A-4BFC-AB52-D86FDA900918}" presName="childText" presStyleLbl="conFgAcc1" presStyleIdx="0" presStyleCnt="3">
        <dgm:presLayoutVars>
          <dgm:bulletEnabled val="1"/>
        </dgm:presLayoutVars>
      </dgm:prSet>
      <dgm:spPr/>
    </dgm:pt>
    <dgm:pt modelId="{98AF9175-E0F0-D54A-BAC3-9719B2A9EBF7}" type="pres">
      <dgm:prSet presAssocID="{40755183-E307-4E65-B5DC-34D2CDAC8964}" presName="spaceBetweenRectangles" presStyleCnt="0"/>
      <dgm:spPr/>
    </dgm:pt>
    <dgm:pt modelId="{CDDE3F52-D811-8443-9E82-F3A2300C974A}" type="pres">
      <dgm:prSet presAssocID="{19BCC0DA-DF42-4B8B-B87F-6B51287A2175}" presName="parentLin" presStyleCnt="0"/>
      <dgm:spPr/>
    </dgm:pt>
    <dgm:pt modelId="{C65D957C-B8DC-0A4A-8ACC-09A524B3243E}" type="pres">
      <dgm:prSet presAssocID="{19BCC0DA-DF42-4B8B-B87F-6B51287A2175}" presName="parentLeftMargin" presStyleLbl="node1" presStyleIdx="0" presStyleCnt="3"/>
      <dgm:spPr/>
    </dgm:pt>
    <dgm:pt modelId="{B1BC3BE4-37A3-7C41-BBBB-D91E9ACCCCB3}" type="pres">
      <dgm:prSet presAssocID="{19BCC0DA-DF42-4B8B-B87F-6B51287A21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06F21E-EED9-9248-A6C9-5BED947EA76F}" type="pres">
      <dgm:prSet presAssocID="{19BCC0DA-DF42-4B8B-B87F-6B51287A2175}" presName="negativeSpace" presStyleCnt="0"/>
      <dgm:spPr/>
    </dgm:pt>
    <dgm:pt modelId="{FC433801-3579-AE47-AC62-D87D341D4596}" type="pres">
      <dgm:prSet presAssocID="{19BCC0DA-DF42-4B8B-B87F-6B51287A2175}" presName="childText" presStyleLbl="conFgAcc1" presStyleIdx="1" presStyleCnt="3">
        <dgm:presLayoutVars>
          <dgm:bulletEnabled val="1"/>
        </dgm:presLayoutVars>
      </dgm:prSet>
      <dgm:spPr/>
    </dgm:pt>
    <dgm:pt modelId="{2BFD318C-757C-E341-90D5-28354DF7268F}" type="pres">
      <dgm:prSet presAssocID="{95753E27-5B47-4722-8449-05ECE6A664CE}" presName="spaceBetweenRectangles" presStyleCnt="0"/>
      <dgm:spPr/>
    </dgm:pt>
    <dgm:pt modelId="{CCD6F664-1483-B247-9F25-0055E56CC4B3}" type="pres">
      <dgm:prSet presAssocID="{C494F2C1-3734-4069-A990-16693E2392A1}" presName="parentLin" presStyleCnt="0"/>
      <dgm:spPr/>
    </dgm:pt>
    <dgm:pt modelId="{6A787F51-FB99-9247-AA68-CBE9BA969E65}" type="pres">
      <dgm:prSet presAssocID="{C494F2C1-3734-4069-A990-16693E2392A1}" presName="parentLeftMargin" presStyleLbl="node1" presStyleIdx="1" presStyleCnt="3"/>
      <dgm:spPr/>
    </dgm:pt>
    <dgm:pt modelId="{500C5DF1-6A05-9844-B47B-3EFD67B0AAEC}" type="pres">
      <dgm:prSet presAssocID="{C494F2C1-3734-4069-A990-16693E2392A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093848C-A635-4749-BDB2-979B26F84D26}" type="pres">
      <dgm:prSet presAssocID="{C494F2C1-3734-4069-A990-16693E2392A1}" presName="negativeSpace" presStyleCnt="0"/>
      <dgm:spPr/>
    </dgm:pt>
    <dgm:pt modelId="{8252FB45-B024-124A-8071-2D5C6A6D8D30}" type="pres">
      <dgm:prSet presAssocID="{C494F2C1-3734-4069-A990-16693E2392A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3714F05-CE00-4452-B1AE-5F0F7D3EC622}" srcId="{19BCC0DA-DF42-4B8B-B87F-6B51287A2175}" destId="{7D24EC00-6A9F-4731-A4AA-BB5C1B9B4209}" srcOrd="0" destOrd="0" parTransId="{C75658B4-ACD4-45E7-BCDC-22F73A267305}" sibTransId="{050C64E6-15E8-4933-AE91-0ED5404FC3EE}"/>
    <dgm:cxn modelId="{1EC7D308-2CDB-4E32-8C69-18DBC9F89928}" srcId="{CF076F06-1CFB-4FF4-AC33-815EB2B5213E}" destId="{19BCC0DA-DF42-4B8B-B87F-6B51287A2175}" srcOrd="1" destOrd="0" parTransId="{D32995AB-33D0-4DD8-842A-3033D838A2DE}" sibTransId="{95753E27-5B47-4722-8449-05ECE6A664CE}"/>
    <dgm:cxn modelId="{388AFC16-98E5-6B48-8C8A-AE5E56CE4130}" type="presOf" srcId="{54D1DBA5-294C-45E0-9766-D05CF220C037}" destId="{FC433801-3579-AE47-AC62-D87D341D4596}" srcOrd="0" destOrd="3" presId="urn:microsoft.com/office/officeart/2005/8/layout/list1"/>
    <dgm:cxn modelId="{9344952D-B238-A445-B634-4CDC62B74845}" type="presOf" srcId="{CF076F06-1CFB-4FF4-AC33-815EB2B5213E}" destId="{FE929040-B24E-9A4F-B5C4-F131A623D98B}" srcOrd="0" destOrd="0" presId="urn:microsoft.com/office/officeart/2005/8/layout/list1"/>
    <dgm:cxn modelId="{FFD3A630-4BF8-F34E-B3C6-159FA94031F0}" type="presOf" srcId="{C494F2C1-3734-4069-A990-16693E2392A1}" destId="{500C5DF1-6A05-9844-B47B-3EFD67B0AAEC}" srcOrd="1" destOrd="0" presId="urn:microsoft.com/office/officeart/2005/8/layout/list1"/>
    <dgm:cxn modelId="{E32A6E44-E1AB-7E43-B71D-09EB84C8FB12}" type="presOf" srcId="{09B61A32-AB7F-4964-B760-5F9AB613406C}" destId="{8252FB45-B024-124A-8071-2D5C6A6D8D30}" srcOrd="0" destOrd="1" presId="urn:microsoft.com/office/officeart/2005/8/layout/list1"/>
    <dgm:cxn modelId="{48464C47-A0CE-422F-BE35-B99EA568D6F9}" srcId="{19BCC0DA-DF42-4B8B-B87F-6B51287A2175}" destId="{3C56A387-BED2-48B4-ADAF-1BDAB7848D83}" srcOrd="2" destOrd="0" parTransId="{5F8DC66E-18E3-404E-BBB1-614B8198E342}" sibTransId="{32998591-7C1A-447B-AF22-161B4B88FA3E}"/>
    <dgm:cxn modelId="{80D9F747-23FF-49C4-8786-F12F30FAF1CD}" srcId="{19BCC0DA-DF42-4B8B-B87F-6B51287A2175}" destId="{54D1DBA5-294C-45E0-9766-D05CF220C037}" srcOrd="3" destOrd="0" parTransId="{26C4E58B-3C8E-4965-9A96-898D6EDF7C68}" sibTransId="{AC24671C-1B27-4868-822F-48835066AB3E}"/>
    <dgm:cxn modelId="{5232ED53-AD32-7C42-B431-73B80E7A2B5C}" type="presOf" srcId="{454201F9-1183-4D95-AB78-C19E509EC66D}" destId="{8252FB45-B024-124A-8071-2D5C6A6D8D30}" srcOrd="0" destOrd="0" presId="urn:microsoft.com/office/officeart/2005/8/layout/list1"/>
    <dgm:cxn modelId="{2E744055-9984-3A4D-9757-421812074872}" type="presOf" srcId="{DE0E8CAB-C84A-4BFC-AB52-D86FDA900918}" destId="{385EDB69-7C5C-EB4F-A257-2DDEAE5D8AC8}" srcOrd="1" destOrd="0" presId="urn:microsoft.com/office/officeart/2005/8/layout/list1"/>
    <dgm:cxn modelId="{8DD81263-8F52-4DDB-B683-D16726955685}" srcId="{C494F2C1-3734-4069-A990-16693E2392A1}" destId="{710676BC-B023-45D3-8685-994D25A0B45A}" srcOrd="2" destOrd="0" parTransId="{2DAF7AC2-B22E-4A1A-B46F-FB63EC21E314}" sibTransId="{227F2B87-DC57-46CC-BCA7-D61A0E5B42B3}"/>
    <dgm:cxn modelId="{5F433266-5933-A048-8EEA-2DF358F6A48F}" type="presOf" srcId="{C494F2C1-3734-4069-A990-16693E2392A1}" destId="{6A787F51-FB99-9247-AA68-CBE9BA969E65}" srcOrd="0" destOrd="0" presId="urn:microsoft.com/office/officeart/2005/8/layout/list1"/>
    <dgm:cxn modelId="{48B43767-ACC4-48F1-95F4-166242AFDBBA}" srcId="{C494F2C1-3734-4069-A990-16693E2392A1}" destId="{09B61A32-AB7F-4964-B760-5F9AB613406C}" srcOrd="1" destOrd="0" parTransId="{19309F5C-9CB3-46D4-BAC8-E72DAFDF1CD3}" sibTransId="{982CB0E0-9892-4571-86DE-FCF0C234835F}"/>
    <dgm:cxn modelId="{565FE87A-0EBE-6842-A092-CB894D4B7561}" type="presOf" srcId="{3C56A387-BED2-48B4-ADAF-1BDAB7848D83}" destId="{FC433801-3579-AE47-AC62-D87D341D4596}" srcOrd="0" destOrd="2" presId="urn:microsoft.com/office/officeart/2005/8/layout/list1"/>
    <dgm:cxn modelId="{8F2AA07B-0D2C-4B63-BBF2-A8CE1AD56D35}" srcId="{C494F2C1-3734-4069-A990-16693E2392A1}" destId="{454201F9-1183-4D95-AB78-C19E509EC66D}" srcOrd="0" destOrd="0" parTransId="{6FAFEBC6-AF22-4F0E-B599-2B9AE2C23EFA}" sibTransId="{E208EB44-3572-4F9C-9752-E65F28F33239}"/>
    <dgm:cxn modelId="{E6AFCD7B-59EE-B549-9938-F39B9FA9541D}" type="presOf" srcId="{710676BC-B023-45D3-8685-994D25A0B45A}" destId="{8252FB45-B024-124A-8071-2D5C6A6D8D30}" srcOrd="0" destOrd="2" presId="urn:microsoft.com/office/officeart/2005/8/layout/list1"/>
    <dgm:cxn modelId="{604B5994-A552-4CA7-80A8-BD96A7A632D4}" srcId="{CF076F06-1CFB-4FF4-AC33-815EB2B5213E}" destId="{DE0E8CAB-C84A-4BFC-AB52-D86FDA900918}" srcOrd="0" destOrd="0" parTransId="{9AE61FCF-EFA0-4912-8855-B63CF6E58F9B}" sibTransId="{40755183-E307-4E65-B5DC-34D2CDAC8964}"/>
    <dgm:cxn modelId="{B2CF6C9D-0CDC-CC49-A4FC-B4FCEBAC84DB}" type="presOf" srcId="{19BCC0DA-DF42-4B8B-B87F-6B51287A2175}" destId="{C65D957C-B8DC-0A4A-8ACC-09A524B3243E}" srcOrd="0" destOrd="0" presId="urn:microsoft.com/office/officeart/2005/8/layout/list1"/>
    <dgm:cxn modelId="{DBEC70A9-7ACA-F643-B4BE-961ABFBBE780}" type="presOf" srcId="{DE0E8CAB-C84A-4BFC-AB52-D86FDA900918}" destId="{CD3F96BF-26D5-C64A-8F87-2A2E7081B676}" srcOrd="0" destOrd="0" presId="urn:microsoft.com/office/officeart/2005/8/layout/list1"/>
    <dgm:cxn modelId="{8FA36CB6-E645-C945-935D-9229F558D712}" type="presOf" srcId="{19BCC0DA-DF42-4B8B-B87F-6B51287A2175}" destId="{B1BC3BE4-37A3-7C41-BBBB-D91E9ACCCCB3}" srcOrd="1" destOrd="0" presId="urn:microsoft.com/office/officeart/2005/8/layout/list1"/>
    <dgm:cxn modelId="{6C9AA2C5-B801-9446-8FE3-6BF7132B8502}" type="presOf" srcId="{7D24EC00-6A9F-4731-A4AA-BB5C1B9B4209}" destId="{FC433801-3579-AE47-AC62-D87D341D4596}" srcOrd="0" destOrd="0" presId="urn:microsoft.com/office/officeart/2005/8/layout/list1"/>
    <dgm:cxn modelId="{136AC6CF-760B-4FCB-B0D4-3D4EFFF3A088}" srcId="{19BCC0DA-DF42-4B8B-B87F-6B51287A2175}" destId="{5579BB4B-248B-4760-B61A-DBBAFBDEA18F}" srcOrd="1" destOrd="0" parTransId="{591FBFBA-26B6-41B5-845E-BAE8BAED1D70}" sibTransId="{1A6164A8-D04D-44E6-9363-B1984C092EF3}"/>
    <dgm:cxn modelId="{99459FE7-53AC-482C-BB30-17A0EF6E8C68}" srcId="{CF076F06-1CFB-4FF4-AC33-815EB2B5213E}" destId="{C494F2C1-3734-4069-A990-16693E2392A1}" srcOrd="2" destOrd="0" parTransId="{231B2405-3FC6-4927-919C-5E9279647E60}" sibTransId="{E846A159-B0FA-4400-8EF4-539A28F78A59}"/>
    <dgm:cxn modelId="{D9332CE9-E6FB-5445-9892-75676D453678}" type="presOf" srcId="{5579BB4B-248B-4760-B61A-DBBAFBDEA18F}" destId="{FC433801-3579-AE47-AC62-D87D341D4596}" srcOrd="0" destOrd="1" presId="urn:microsoft.com/office/officeart/2005/8/layout/list1"/>
    <dgm:cxn modelId="{016BC8EC-7FCB-5F4B-878E-FD33244134B2}" type="presParOf" srcId="{FE929040-B24E-9A4F-B5C4-F131A623D98B}" destId="{2DBD2E2B-F4E5-8C43-92F8-89927B103FFA}" srcOrd="0" destOrd="0" presId="urn:microsoft.com/office/officeart/2005/8/layout/list1"/>
    <dgm:cxn modelId="{CCCFFA0C-B10D-9D4C-B33F-6E97C52F4CC1}" type="presParOf" srcId="{2DBD2E2B-F4E5-8C43-92F8-89927B103FFA}" destId="{CD3F96BF-26D5-C64A-8F87-2A2E7081B676}" srcOrd="0" destOrd="0" presId="urn:microsoft.com/office/officeart/2005/8/layout/list1"/>
    <dgm:cxn modelId="{5FFDE4EE-B0DB-DA49-92BA-41A452AD939F}" type="presParOf" srcId="{2DBD2E2B-F4E5-8C43-92F8-89927B103FFA}" destId="{385EDB69-7C5C-EB4F-A257-2DDEAE5D8AC8}" srcOrd="1" destOrd="0" presId="urn:microsoft.com/office/officeart/2005/8/layout/list1"/>
    <dgm:cxn modelId="{CEE1BC2D-4219-4844-B8B2-6F6ECEF53912}" type="presParOf" srcId="{FE929040-B24E-9A4F-B5C4-F131A623D98B}" destId="{91966E03-8326-0449-86C4-F9EDF623BAF3}" srcOrd="1" destOrd="0" presId="urn:microsoft.com/office/officeart/2005/8/layout/list1"/>
    <dgm:cxn modelId="{79167654-9742-EF48-93DE-CC22A59F6E32}" type="presParOf" srcId="{FE929040-B24E-9A4F-B5C4-F131A623D98B}" destId="{05B93166-875B-F546-A492-56372E42E459}" srcOrd="2" destOrd="0" presId="urn:microsoft.com/office/officeart/2005/8/layout/list1"/>
    <dgm:cxn modelId="{46AE49F1-21F1-684A-B871-B33376B45875}" type="presParOf" srcId="{FE929040-B24E-9A4F-B5C4-F131A623D98B}" destId="{98AF9175-E0F0-D54A-BAC3-9719B2A9EBF7}" srcOrd="3" destOrd="0" presId="urn:microsoft.com/office/officeart/2005/8/layout/list1"/>
    <dgm:cxn modelId="{EFF8EE3E-5C71-8541-B681-BEC35CCA497F}" type="presParOf" srcId="{FE929040-B24E-9A4F-B5C4-F131A623D98B}" destId="{CDDE3F52-D811-8443-9E82-F3A2300C974A}" srcOrd="4" destOrd="0" presId="urn:microsoft.com/office/officeart/2005/8/layout/list1"/>
    <dgm:cxn modelId="{0E96D503-133D-5E4F-921A-38CFF6CF4506}" type="presParOf" srcId="{CDDE3F52-D811-8443-9E82-F3A2300C974A}" destId="{C65D957C-B8DC-0A4A-8ACC-09A524B3243E}" srcOrd="0" destOrd="0" presId="urn:microsoft.com/office/officeart/2005/8/layout/list1"/>
    <dgm:cxn modelId="{662A4DC9-D40E-E54B-BB1B-EE512EE13783}" type="presParOf" srcId="{CDDE3F52-D811-8443-9E82-F3A2300C974A}" destId="{B1BC3BE4-37A3-7C41-BBBB-D91E9ACCCCB3}" srcOrd="1" destOrd="0" presId="urn:microsoft.com/office/officeart/2005/8/layout/list1"/>
    <dgm:cxn modelId="{B40E0A0A-8C18-1548-B37C-AE24B854239E}" type="presParOf" srcId="{FE929040-B24E-9A4F-B5C4-F131A623D98B}" destId="{CA06F21E-EED9-9248-A6C9-5BED947EA76F}" srcOrd="5" destOrd="0" presId="urn:microsoft.com/office/officeart/2005/8/layout/list1"/>
    <dgm:cxn modelId="{31F9E3E4-2C45-6E46-A5B4-51124E74F7C0}" type="presParOf" srcId="{FE929040-B24E-9A4F-B5C4-F131A623D98B}" destId="{FC433801-3579-AE47-AC62-D87D341D4596}" srcOrd="6" destOrd="0" presId="urn:microsoft.com/office/officeart/2005/8/layout/list1"/>
    <dgm:cxn modelId="{0D8D7CB4-8B57-7F4F-85D8-025A5105F353}" type="presParOf" srcId="{FE929040-B24E-9A4F-B5C4-F131A623D98B}" destId="{2BFD318C-757C-E341-90D5-28354DF7268F}" srcOrd="7" destOrd="0" presId="urn:microsoft.com/office/officeart/2005/8/layout/list1"/>
    <dgm:cxn modelId="{F012F925-B4DB-2449-BC16-E1367E7E2594}" type="presParOf" srcId="{FE929040-B24E-9A4F-B5C4-F131A623D98B}" destId="{CCD6F664-1483-B247-9F25-0055E56CC4B3}" srcOrd="8" destOrd="0" presId="urn:microsoft.com/office/officeart/2005/8/layout/list1"/>
    <dgm:cxn modelId="{46AF73A4-4197-F940-801E-70CCA96FCC19}" type="presParOf" srcId="{CCD6F664-1483-B247-9F25-0055E56CC4B3}" destId="{6A787F51-FB99-9247-AA68-CBE9BA969E65}" srcOrd="0" destOrd="0" presId="urn:microsoft.com/office/officeart/2005/8/layout/list1"/>
    <dgm:cxn modelId="{6A2AC077-2431-584C-B18E-DF91D75FF99C}" type="presParOf" srcId="{CCD6F664-1483-B247-9F25-0055E56CC4B3}" destId="{500C5DF1-6A05-9844-B47B-3EFD67B0AAEC}" srcOrd="1" destOrd="0" presId="urn:microsoft.com/office/officeart/2005/8/layout/list1"/>
    <dgm:cxn modelId="{4CA72A95-75BE-4248-949A-6161EFDF4047}" type="presParOf" srcId="{FE929040-B24E-9A4F-B5C4-F131A623D98B}" destId="{B093848C-A635-4749-BDB2-979B26F84D26}" srcOrd="9" destOrd="0" presId="urn:microsoft.com/office/officeart/2005/8/layout/list1"/>
    <dgm:cxn modelId="{214DD543-2B79-E741-A2A5-EBF158150ACD}" type="presParOf" srcId="{FE929040-B24E-9A4F-B5C4-F131A623D98B}" destId="{8252FB45-B024-124A-8071-2D5C6A6D8D3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E868CA-0758-4D54-895B-F7A16E3BD3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B48829-9D02-4A75-9801-A9BCF52829E3}">
      <dgm:prSet/>
      <dgm:spPr/>
      <dgm:t>
        <a:bodyPr/>
        <a:lstStyle/>
        <a:p>
          <a:r>
            <a:rPr lang="en-US"/>
            <a:t>Previous aspiration was to be a physician/surgeon. However, with the exorbitant amount of loans, 4-year residency onslaught that is highly stressful and lifestyle imbalance. I had a change of occupation.</a:t>
          </a:r>
        </a:p>
      </dgm:t>
    </dgm:pt>
    <dgm:pt modelId="{79197E7F-B072-4761-9DE5-0BE592D245B5}" type="parTrans" cxnId="{CE9C021D-4B9A-4C55-A918-7D94827AD752}">
      <dgm:prSet/>
      <dgm:spPr/>
      <dgm:t>
        <a:bodyPr/>
        <a:lstStyle/>
        <a:p>
          <a:endParaRPr lang="en-US"/>
        </a:p>
      </dgm:t>
    </dgm:pt>
    <dgm:pt modelId="{478515F5-7A9C-4DD6-AE82-63942A0307BF}" type="sibTrans" cxnId="{CE9C021D-4B9A-4C55-A918-7D94827AD752}">
      <dgm:prSet/>
      <dgm:spPr/>
      <dgm:t>
        <a:bodyPr/>
        <a:lstStyle/>
        <a:p>
          <a:endParaRPr lang="en-US"/>
        </a:p>
      </dgm:t>
    </dgm:pt>
    <dgm:pt modelId="{478DFFE9-B1DB-4593-99B7-3C5577B39E00}">
      <dgm:prSet/>
      <dgm:spPr/>
      <dgm:t>
        <a:bodyPr/>
        <a:lstStyle/>
        <a:p>
          <a:r>
            <a:rPr lang="en-US"/>
            <a:t>Objective goals: Get into a PhD program in data science. My analysis show my ROI is high which take into consideration my previous academic background, glass ceiling, opportunity cost, stress level, lifestyle and hobbies</a:t>
          </a:r>
        </a:p>
      </dgm:t>
    </dgm:pt>
    <dgm:pt modelId="{B1540A43-E0E5-4640-8175-FB4EA825493C}" type="parTrans" cxnId="{B1D859DD-2BA8-4AC3-891B-C1A7E3660192}">
      <dgm:prSet/>
      <dgm:spPr/>
      <dgm:t>
        <a:bodyPr/>
        <a:lstStyle/>
        <a:p>
          <a:endParaRPr lang="en-US"/>
        </a:p>
      </dgm:t>
    </dgm:pt>
    <dgm:pt modelId="{E6B2C339-EEC6-4237-A024-D52E08D5474D}" type="sibTrans" cxnId="{B1D859DD-2BA8-4AC3-891B-C1A7E3660192}">
      <dgm:prSet/>
      <dgm:spPr/>
      <dgm:t>
        <a:bodyPr/>
        <a:lstStyle/>
        <a:p>
          <a:endParaRPr lang="en-US"/>
        </a:p>
      </dgm:t>
    </dgm:pt>
    <dgm:pt modelId="{00C2FA41-590B-45AE-BA3B-05C2EB5E5B68}">
      <dgm:prSet/>
      <dgm:spPr/>
      <dgm:t>
        <a:bodyPr/>
        <a:lstStyle/>
        <a:p>
          <a:r>
            <a:rPr lang="en-US"/>
            <a:t>Subjective goals: Use Data science to address social economic disparity affecting the truly vulnerable individuals</a:t>
          </a:r>
        </a:p>
      </dgm:t>
    </dgm:pt>
    <dgm:pt modelId="{228B710E-28AB-4D15-9C41-68D4A94A6217}" type="parTrans" cxnId="{597938A4-7ED4-4FA7-A5EA-3F6940426463}">
      <dgm:prSet/>
      <dgm:spPr/>
      <dgm:t>
        <a:bodyPr/>
        <a:lstStyle/>
        <a:p>
          <a:endParaRPr lang="en-US"/>
        </a:p>
      </dgm:t>
    </dgm:pt>
    <dgm:pt modelId="{7DE98DBB-8A2E-49A0-B5AF-F31EF9E7DA21}" type="sibTrans" cxnId="{597938A4-7ED4-4FA7-A5EA-3F6940426463}">
      <dgm:prSet/>
      <dgm:spPr/>
      <dgm:t>
        <a:bodyPr/>
        <a:lstStyle/>
        <a:p>
          <a:endParaRPr lang="en-US"/>
        </a:p>
      </dgm:t>
    </dgm:pt>
    <dgm:pt modelId="{376E22C5-49C9-42BB-AB9C-A813806187C0}" type="pres">
      <dgm:prSet presAssocID="{F7E868CA-0758-4D54-895B-F7A16E3BD373}" presName="root" presStyleCnt="0">
        <dgm:presLayoutVars>
          <dgm:dir/>
          <dgm:resizeHandles val="exact"/>
        </dgm:presLayoutVars>
      </dgm:prSet>
      <dgm:spPr/>
    </dgm:pt>
    <dgm:pt modelId="{B7500C56-EC20-4004-9A5B-C8F88ACC2252}" type="pres">
      <dgm:prSet presAssocID="{D8B48829-9D02-4A75-9801-A9BCF52829E3}" presName="compNode" presStyleCnt="0"/>
      <dgm:spPr/>
    </dgm:pt>
    <dgm:pt modelId="{6F1F3CAA-8838-4AA2-B3D1-164FB0B23863}" type="pres">
      <dgm:prSet presAssocID="{D8B48829-9D02-4A75-9801-A9BCF52829E3}" presName="bgRect" presStyleLbl="bgShp" presStyleIdx="0" presStyleCnt="3"/>
      <dgm:spPr/>
    </dgm:pt>
    <dgm:pt modelId="{14F7DE1C-7255-48C0-BFBA-012887F44819}" type="pres">
      <dgm:prSet presAssocID="{D8B48829-9D02-4A75-9801-A9BCF52829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E2C97E4B-C01A-4950-9C36-12BAD4875335}" type="pres">
      <dgm:prSet presAssocID="{D8B48829-9D02-4A75-9801-A9BCF52829E3}" presName="spaceRect" presStyleCnt="0"/>
      <dgm:spPr/>
    </dgm:pt>
    <dgm:pt modelId="{616A1B33-1587-4F35-91D7-964A5ED52A0D}" type="pres">
      <dgm:prSet presAssocID="{D8B48829-9D02-4A75-9801-A9BCF52829E3}" presName="parTx" presStyleLbl="revTx" presStyleIdx="0" presStyleCnt="3">
        <dgm:presLayoutVars>
          <dgm:chMax val="0"/>
          <dgm:chPref val="0"/>
        </dgm:presLayoutVars>
      </dgm:prSet>
      <dgm:spPr/>
    </dgm:pt>
    <dgm:pt modelId="{42FC8C5C-0797-42C5-A6E0-EC42AF27F492}" type="pres">
      <dgm:prSet presAssocID="{478515F5-7A9C-4DD6-AE82-63942A0307BF}" presName="sibTrans" presStyleCnt="0"/>
      <dgm:spPr/>
    </dgm:pt>
    <dgm:pt modelId="{C093CED7-031F-490F-8B8B-EC99C53FE10C}" type="pres">
      <dgm:prSet presAssocID="{478DFFE9-B1DB-4593-99B7-3C5577B39E00}" presName="compNode" presStyleCnt="0"/>
      <dgm:spPr/>
    </dgm:pt>
    <dgm:pt modelId="{F2D962C6-873B-456A-9B30-EDA539CCFD49}" type="pres">
      <dgm:prSet presAssocID="{478DFFE9-B1DB-4593-99B7-3C5577B39E00}" presName="bgRect" presStyleLbl="bgShp" presStyleIdx="1" presStyleCnt="3"/>
      <dgm:spPr/>
    </dgm:pt>
    <dgm:pt modelId="{442EB986-CFD6-41C9-8422-0F2C7D88BA02}" type="pres">
      <dgm:prSet presAssocID="{478DFFE9-B1DB-4593-99B7-3C5577B39E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BBBF973-43EB-457C-8EA3-608A9EF150C4}" type="pres">
      <dgm:prSet presAssocID="{478DFFE9-B1DB-4593-99B7-3C5577B39E00}" presName="spaceRect" presStyleCnt="0"/>
      <dgm:spPr/>
    </dgm:pt>
    <dgm:pt modelId="{77516C62-589B-4474-81C3-DEBCF47096DC}" type="pres">
      <dgm:prSet presAssocID="{478DFFE9-B1DB-4593-99B7-3C5577B39E00}" presName="parTx" presStyleLbl="revTx" presStyleIdx="1" presStyleCnt="3">
        <dgm:presLayoutVars>
          <dgm:chMax val="0"/>
          <dgm:chPref val="0"/>
        </dgm:presLayoutVars>
      </dgm:prSet>
      <dgm:spPr/>
    </dgm:pt>
    <dgm:pt modelId="{D7A9E0F7-283A-4828-9222-27F97FAA8272}" type="pres">
      <dgm:prSet presAssocID="{E6B2C339-EEC6-4237-A024-D52E08D5474D}" presName="sibTrans" presStyleCnt="0"/>
      <dgm:spPr/>
    </dgm:pt>
    <dgm:pt modelId="{F711C964-513B-4176-BD57-76BAEC4CB4A9}" type="pres">
      <dgm:prSet presAssocID="{00C2FA41-590B-45AE-BA3B-05C2EB5E5B68}" presName="compNode" presStyleCnt="0"/>
      <dgm:spPr/>
    </dgm:pt>
    <dgm:pt modelId="{DA197299-DEEA-440E-9105-FB60E13E3701}" type="pres">
      <dgm:prSet presAssocID="{00C2FA41-590B-45AE-BA3B-05C2EB5E5B68}" presName="bgRect" presStyleLbl="bgShp" presStyleIdx="2" presStyleCnt="3"/>
      <dgm:spPr/>
    </dgm:pt>
    <dgm:pt modelId="{5A59C962-A3C4-482B-9FF2-E0F877FC4EE9}" type="pres">
      <dgm:prSet presAssocID="{00C2FA41-590B-45AE-BA3B-05C2EB5E5B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7B5CB425-B919-4BB5-998E-954D242BCEED}" type="pres">
      <dgm:prSet presAssocID="{00C2FA41-590B-45AE-BA3B-05C2EB5E5B68}" presName="spaceRect" presStyleCnt="0"/>
      <dgm:spPr/>
    </dgm:pt>
    <dgm:pt modelId="{A36DD4D8-B364-404B-8C8F-F04EC7A85C66}" type="pres">
      <dgm:prSet presAssocID="{00C2FA41-590B-45AE-BA3B-05C2EB5E5B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932C610-2EBF-4F96-9C20-08B3CCAD5843}" type="presOf" srcId="{D8B48829-9D02-4A75-9801-A9BCF52829E3}" destId="{616A1B33-1587-4F35-91D7-964A5ED52A0D}" srcOrd="0" destOrd="0" presId="urn:microsoft.com/office/officeart/2018/2/layout/IconVerticalSolidList"/>
    <dgm:cxn modelId="{CE9C021D-4B9A-4C55-A918-7D94827AD752}" srcId="{F7E868CA-0758-4D54-895B-F7A16E3BD373}" destId="{D8B48829-9D02-4A75-9801-A9BCF52829E3}" srcOrd="0" destOrd="0" parTransId="{79197E7F-B072-4761-9DE5-0BE592D245B5}" sibTransId="{478515F5-7A9C-4DD6-AE82-63942A0307BF}"/>
    <dgm:cxn modelId="{94375E8A-3839-4B2E-B74A-ECD97A31D191}" type="presOf" srcId="{00C2FA41-590B-45AE-BA3B-05C2EB5E5B68}" destId="{A36DD4D8-B364-404B-8C8F-F04EC7A85C66}" srcOrd="0" destOrd="0" presId="urn:microsoft.com/office/officeart/2018/2/layout/IconVerticalSolidList"/>
    <dgm:cxn modelId="{D5F15A8E-D5DE-439A-AD71-19863533E0A6}" type="presOf" srcId="{478DFFE9-B1DB-4593-99B7-3C5577B39E00}" destId="{77516C62-589B-4474-81C3-DEBCF47096DC}" srcOrd="0" destOrd="0" presId="urn:microsoft.com/office/officeart/2018/2/layout/IconVerticalSolidList"/>
    <dgm:cxn modelId="{597938A4-7ED4-4FA7-A5EA-3F6940426463}" srcId="{F7E868CA-0758-4D54-895B-F7A16E3BD373}" destId="{00C2FA41-590B-45AE-BA3B-05C2EB5E5B68}" srcOrd="2" destOrd="0" parTransId="{228B710E-28AB-4D15-9C41-68D4A94A6217}" sibTransId="{7DE98DBB-8A2E-49A0-B5AF-F31EF9E7DA21}"/>
    <dgm:cxn modelId="{429E32A6-8576-4519-A126-DB9CE442F9D5}" type="presOf" srcId="{F7E868CA-0758-4D54-895B-F7A16E3BD373}" destId="{376E22C5-49C9-42BB-AB9C-A813806187C0}" srcOrd="0" destOrd="0" presId="urn:microsoft.com/office/officeart/2018/2/layout/IconVerticalSolidList"/>
    <dgm:cxn modelId="{B1D859DD-2BA8-4AC3-891B-C1A7E3660192}" srcId="{F7E868CA-0758-4D54-895B-F7A16E3BD373}" destId="{478DFFE9-B1DB-4593-99B7-3C5577B39E00}" srcOrd="1" destOrd="0" parTransId="{B1540A43-E0E5-4640-8175-FB4EA825493C}" sibTransId="{E6B2C339-EEC6-4237-A024-D52E08D5474D}"/>
    <dgm:cxn modelId="{D1428B0A-B3BA-4D72-816B-B0F767ACD6E6}" type="presParOf" srcId="{376E22C5-49C9-42BB-AB9C-A813806187C0}" destId="{B7500C56-EC20-4004-9A5B-C8F88ACC2252}" srcOrd="0" destOrd="0" presId="urn:microsoft.com/office/officeart/2018/2/layout/IconVerticalSolidList"/>
    <dgm:cxn modelId="{5456F7F8-992B-47CC-B8FB-06E34607EBD9}" type="presParOf" srcId="{B7500C56-EC20-4004-9A5B-C8F88ACC2252}" destId="{6F1F3CAA-8838-4AA2-B3D1-164FB0B23863}" srcOrd="0" destOrd="0" presId="urn:microsoft.com/office/officeart/2018/2/layout/IconVerticalSolidList"/>
    <dgm:cxn modelId="{E798F01A-563B-4F8A-ACC5-EF73920B2788}" type="presParOf" srcId="{B7500C56-EC20-4004-9A5B-C8F88ACC2252}" destId="{14F7DE1C-7255-48C0-BFBA-012887F44819}" srcOrd="1" destOrd="0" presId="urn:microsoft.com/office/officeart/2018/2/layout/IconVerticalSolidList"/>
    <dgm:cxn modelId="{FC53A74A-4C67-4FB8-9337-DE125E084D84}" type="presParOf" srcId="{B7500C56-EC20-4004-9A5B-C8F88ACC2252}" destId="{E2C97E4B-C01A-4950-9C36-12BAD4875335}" srcOrd="2" destOrd="0" presId="urn:microsoft.com/office/officeart/2018/2/layout/IconVerticalSolidList"/>
    <dgm:cxn modelId="{0AA1FE7C-B3F5-4F19-8A87-B616FD0A55AC}" type="presParOf" srcId="{B7500C56-EC20-4004-9A5B-C8F88ACC2252}" destId="{616A1B33-1587-4F35-91D7-964A5ED52A0D}" srcOrd="3" destOrd="0" presId="urn:microsoft.com/office/officeart/2018/2/layout/IconVerticalSolidList"/>
    <dgm:cxn modelId="{8E54E099-3E01-4E98-9C63-ABDE984F3900}" type="presParOf" srcId="{376E22C5-49C9-42BB-AB9C-A813806187C0}" destId="{42FC8C5C-0797-42C5-A6E0-EC42AF27F492}" srcOrd="1" destOrd="0" presId="urn:microsoft.com/office/officeart/2018/2/layout/IconVerticalSolidList"/>
    <dgm:cxn modelId="{8CA04456-CB87-4702-B799-299D7B1B2DA2}" type="presParOf" srcId="{376E22C5-49C9-42BB-AB9C-A813806187C0}" destId="{C093CED7-031F-490F-8B8B-EC99C53FE10C}" srcOrd="2" destOrd="0" presId="urn:microsoft.com/office/officeart/2018/2/layout/IconVerticalSolidList"/>
    <dgm:cxn modelId="{98DFD061-9C15-4845-AF66-FF6508D5F74A}" type="presParOf" srcId="{C093CED7-031F-490F-8B8B-EC99C53FE10C}" destId="{F2D962C6-873B-456A-9B30-EDA539CCFD49}" srcOrd="0" destOrd="0" presId="urn:microsoft.com/office/officeart/2018/2/layout/IconVerticalSolidList"/>
    <dgm:cxn modelId="{3BF2A2D9-C220-4155-A2B9-BEACBCAE4B9C}" type="presParOf" srcId="{C093CED7-031F-490F-8B8B-EC99C53FE10C}" destId="{442EB986-CFD6-41C9-8422-0F2C7D88BA02}" srcOrd="1" destOrd="0" presId="urn:microsoft.com/office/officeart/2018/2/layout/IconVerticalSolidList"/>
    <dgm:cxn modelId="{C3E4F10B-6A90-4C5E-B511-7FF895A6940D}" type="presParOf" srcId="{C093CED7-031F-490F-8B8B-EC99C53FE10C}" destId="{EBBBF973-43EB-457C-8EA3-608A9EF150C4}" srcOrd="2" destOrd="0" presId="urn:microsoft.com/office/officeart/2018/2/layout/IconVerticalSolidList"/>
    <dgm:cxn modelId="{DC10D567-1592-4740-A52D-E89EAC75D61D}" type="presParOf" srcId="{C093CED7-031F-490F-8B8B-EC99C53FE10C}" destId="{77516C62-589B-4474-81C3-DEBCF47096DC}" srcOrd="3" destOrd="0" presId="urn:microsoft.com/office/officeart/2018/2/layout/IconVerticalSolidList"/>
    <dgm:cxn modelId="{73230B47-6754-4602-BA82-7E660D572AF3}" type="presParOf" srcId="{376E22C5-49C9-42BB-AB9C-A813806187C0}" destId="{D7A9E0F7-283A-4828-9222-27F97FAA8272}" srcOrd="3" destOrd="0" presId="urn:microsoft.com/office/officeart/2018/2/layout/IconVerticalSolidList"/>
    <dgm:cxn modelId="{839BB2C5-922F-4469-A789-C1E2C2FD3D19}" type="presParOf" srcId="{376E22C5-49C9-42BB-AB9C-A813806187C0}" destId="{F711C964-513B-4176-BD57-76BAEC4CB4A9}" srcOrd="4" destOrd="0" presId="urn:microsoft.com/office/officeart/2018/2/layout/IconVerticalSolidList"/>
    <dgm:cxn modelId="{75D295F7-4B76-4820-AB8F-01B88B8F86D8}" type="presParOf" srcId="{F711C964-513B-4176-BD57-76BAEC4CB4A9}" destId="{DA197299-DEEA-440E-9105-FB60E13E3701}" srcOrd="0" destOrd="0" presId="urn:microsoft.com/office/officeart/2018/2/layout/IconVerticalSolidList"/>
    <dgm:cxn modelId="{D9EFBC43-EFF5-44BC-9623-B8879DFA209A}" type="presParOf" srcId="{F711C964-513B-4176-BD57-76BAEC4CB4A9}" destId="{5A59C962-A3C4-482B-9FF2-E0F877FC4EE9}" srcOrd="1" destOrd="0" presId="urn:microsoft.com/office/officeart/2018/2/layout/IconVerticalSolidList"/>
    <dgm:cxn modelId="{F65FDD62-DFBB-40AB-9031-D30452B51E86}" type="presParOf" srcId="{F711C964-513B-4176-BD57-76BAEC4CB4A9}" destId="{7B5CB425-B919-4BB5-998E-954D242BCEED}" srcOrd="2" destOrd="0" presId="urn:microsoft.com/office/officeart/2018/2/layout/IconVerticalSolidList"/>
    <dgm:cxn modelId="{185FDF28-C95C-4AD0-AF31-A8B55EE57342}" type="presParOf" srcId="{F711C964-513B-4176-BD57-76BAEC4CB4A9}" destId="{A36DD4D8-B364-404B-8C8F-F04EC7A85C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74287E-E5E8-49BC-BAEA-EE8E0093BEA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9D5F1EA-134E-4523-90AC-0E5E61B0E6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Play  musical instrument</a:t>
          </a:r>
        </a:p>
      </dgm:t>
    </dgm:pt>
    <dgm:pt modelId="{C044C783-B968-4095-8DC7-BE9ECF462DDF}" type="parTrans" cxnId="{485EBBA1-74F8-4617-BE50-02E7A64B2EC4}">
      <dgm:prSet/>
      <dgm:spPr/>
      <dgm:t>
        <a:bodyPr/>
        <a:lstStyle/>
        <a:p>
          <a:endParaRPr lang="en-US"/>
        </a:p>
      </dgm:t>
    </dgm:pt>
    <dgm:pt modelId="{EF487A04-F568-4644-BDE7-540D7BD464E6}" type="sibTrans" cxnId="{485EBBA1-74F8-4617-BE50-02E7A64B2EC4}">
      <dgm:prSet/>
      <dgm:spPr/>
      <dgm:t>
        <a:bodyPr/>
        <a:lstStyle/>
        <a:p>
          <a:endParaRPr lang="en-US"/>
        </a:p>
      </dgm:t>
    </dgm:pt>
    <dgm:pt modelId="{514B5BD8-FB84-4507-BB28-5A708A9EF8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Active lifestyle</a:t>
          </a:r>
        </a:p>
      </dgm:t>
    </dgm:pt>
    <dgm:pt modelId="{9F12617E-C425-4B6C-A44B-612C9EBCD491}" type="parTrans" cxnId="{743B76A2-663F-4547-831F-CFE665196439}">
      <dgm:prSet/>
      <dgm:spPr/>
      <dgm:t>
        <a:bodyPr/>
        <a:lstStyle/>
        <a:p>
          <a:endParaRPr lang="en-US"/>
        </a:p>
      </dgm:t>
    </dgm:pt>
    <dgm:pt modelId="{5220A594-D12D-4711-B5F1-2BE5202D89A5}" type="sibTrans" cxnId="{743B76A2-663F-4547-831F-CFE665196439}">
      <dgm:prSet/>
      <dgm:spPr/>
      <dgm:t>
        <a:bodyPr/>
        <a:lstStyle/>
        <a:p>
          <a:endParaRPr lang="en-US"/>
        </a:p>
      </dgm:t>
    </dgm:pt>
    <dgm:pt modelId="{7D9D10DC-6548-41E0-9476-AA0B588622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Play pickup sport at a high level</a:t>
          </a:r>
        </a:p>
      </dgm:t>
    </dgm:pt>
    <dgm:pt modelId="{EEF1D5B5-D731-4109-BAC1-848BFA37816A}" type="parTrans" cxnId="{B4D84A5A-935F-40E4-8585-979633165D21}">
      <dgm:prSet/>
      <dgm:spPr/>
      <dgm:t>
        <a:bodyPr/>
        <a:lstStyle/>
        <a:p>
          <a:endParaRPr lang="en-US"/>
        </a:p>
      </dgm:t>
    </dgm:pt>
    <dgm:pt modelId="{C18B129E-60EB-4F06-8E88-82B6E5D23B4A}" type="sibTrans" cxnId="{B4D84A5A-935F-40E4-8585-979633165D21}">
      <dgm:prSet/>
      <dgm:spPr/>
      <dgm:t>
        <a:bodyPr/>
        <a:lstStyle/>
        <a:p>
          <a:endParaRPr lang="en-US"/>
        </a:p>
      </dgm:t>
    </dgm:pt>
    <dgm:pt modelId="{D564A01A-130A-441A-B16D-67AD7F5559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Personality: Intro-Extroversion.</a:t>
          </a:r>
        </a:p>
      </dgm:t>
    </dgm:pt>
    <dgm:pt modelId="{F9ED757B-26D5-41EC-9630-4DBB6455ED8F}" type="parTrans" cxnId="{B28619E7-C007-4EBB-904A-FEF648EA1BC9}">
      <dgm:prSet/>
      <dgm:spPr/>
      <dgm:t>
        <a:bodyPr/>
        <a:lstStyle/>
        <a:p>
          <a:endParaRPr lang="en-US"/>
        </a:p>
      </dgm:t>
    </dgm:pt>
    <dgm:pt modelId="{7E219488-EF30-49C5-870E-E39F713D284A}" type="sibTrans" cxnId="{B28619E7-C007-4EBB-904A-FEF648EA1BC9}">
      <dgm:prSet/>
      <dgm:spPr/>
      <dgm:t>
        <a:bodyPr/>
        <a:lstStyle/>
        <a:p>
          <a:endParaRPr lang="en-US"/>
        </a:p>
      </dgm:t>
    </dgm:pt>
    <dgm:pt modelId="{E104C255-51B6-4211-BBBC-F004C1FD0486}" type="pres">
      <dgm:prSet presAssocID="{3574287E-E5E8-49BC-BAEA-EE8E0093BEA2}" presName="root" presStyleCnt="0">
        <dgm:presLayoutVars>
          <dgm:dir/>
          <dgm:resizeHandles val="exact"/>
        </dgm:presLayoutVars>
      </dgm:prSet>
      <dgm:spPr/>
    </dgm:pt>
    <dgm:pt modelId="{02F16FFF-5425-4999-A41F-CAB8F9D2D303}" type="pres">
      <dgm:prSet presAssocID="{49D5F1EA-134E-4523-90AC-0E5E61B0E6B2}" presName="compNode" presStyleCnt="0"/>
      <dgm:spPr/>
    </dgm:pt>
    <dgm:pt modelId="{4A0412A2-96F2-460B-B3F9-377789937E2C}" type="pres">
      <dgm:prSet presAssocID="{49D5F1EA-134E-4523-90AC-0E5E61B0E6B2}" presName="iconBgRect" presStyleLbl="bgShp" presStyleIdx="0" presStyleCnt="4"/>
      <dgm:spPr/>
    </dgm:pt>
    <dgm:pt modelId="{16C0862F-4C6D-4C0D-BBC8-F284043F29CF}" type="pres">
      <dgm:prSet presAssocID="{49D5F1EA-134E-4523-90AC-0E5E61B0E6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B291728A-611E-4F36-A5F8-B8AF9B2D3C60}" type="pres">
      <dgm:prSet presAssocID="{49D5F1EA-134E-4523-90AC-0E5E61B0E6B2}" presName="spaceRect" presStyleCnt="0"/>
      <dgm:spPr/>
    </dgm:pt>
    <dgm:pt modelId="{FAFDE308-924E-45EB-9026-7FC6D33B538D}" type="pres">
      <dgm:prSet presAssocID="{49D5F1EA-134E-4523-90AC-0E5E61B0E6B2}" presName="textRect" presStyleLbl="revTx" presStyleIdx="0" presStyleCnt="4">
        <dgm:presLayoutVars>
          <dgm:chMax val="1"/>
          <dgm:chPref val="1"/>
        </dgm:presLayoutVars>
      </dgm:prSet>
      <dgm:spPr/>
    </dgm:pt>
    <dgm:pt modelId="{39AD841D-4AF1-468E-A790-41AF200EB92A}" type="pres">
      <dgm:prSet presAssocID="{EF487A04-F568-4644-BDE7-540D7BD464E6}" presName="sibTrans" presStyleCnt="0"/>
      <dgm:spPr/>
    </dgm:pt>
    <dgm:pt modelId="{4D6F09AC-5DEB-42D4-876C-C0237050E82C}" type="pres">
      <dgm:prSet presAssocID="{514B5BD8-FB84-4507-BB28-5A708A9EF80B}" presName="compNode" presStyleCnt="0"/>
      <dgm:spPr/>
    </dgm:pt>
    <dgm:pt modelId="{F6454809-A2BC-43C9-B591-683DBDCA65FC}" type="pres">
      <dgm:prSet presAssocID="{514B5BD8-FB84-4507-BB28-5A708A9EF80B}" presName="iconBgRect" presStyleLbl="bgShp" presStyleIdx="1" presStyleCnt="4"/>
      <dgm:spPr/>
    </dgm:pt>
    <dgm:pt modelId="{0C6B20F7-9D7A-4899-B361-39C3712CE6E3}" type="pres">
      <dgm:prSet presAssocID="{514B5BD8-FB84-4507-BB28-5A708A9EF8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4E6D1D0C-7AC7-458E-AD6D-D911AA8161E7}" type="pres">
      <dgm:prSet presAssocID="{514B5BD8-FB84-4507-BB28-5A708A9EF80B}" presName="spaceRect" presStyleCnt="0"/>
      <dgm:spPr/>
    </dgm:pt>
    <dgm:pt modelId="{91BCFAEB-339C-4DCC-ADD6-93667109C36F}" type="pres">
      <dgm:prSet presAssocID="{514B5BD8-FB84-4507-BB28-5A708A9EF80B}" presName="textRect" presStyleLbl="revTx" presStyleIdx="1" presStyleCnt="4">
        <dgm:presLayoutVars>
          <dgm:chMax val="1"/>
          <dgm:chPref val="1"/>
        </dgm:presLayoutVars>
      </dgm:prSet>
      <dgm:spPr/>
    </dgm:pt>
    <dgm:pt modelId="{12B021A4-FAE4-4731-B429-247ADB5C1039}" type="pres">
      <dgm:prSet presAssocID="{5220A594-D12D-4711-B5F1-2BE5202D89A5}" presName="sibTrans" presStyleCnt="0"/>
      <dgm:spPr/>
    </dgm:pt>
    <dgm:pt modelId="{FB25F975-63EA-4DD1-958D-B958AF52E519}" type="pres">
      <dgm:prSet presAssocID="{7D9D10DC-6548-41E0-9476-AA0B5886229E}" presName="compNode" presStyleCnt="0"/>
      <dgm:spPr/>
    </dgm:pt>
    <dgm:pt modelId="{49E67A14-EA13-4902-A150-ACBDAE06AF50}" type="pres">
      <dgm:prSet presAssocID="{7D9D10DC-6548-41E0-9476-AA0B5886229E}" presName="iconBgRect" presStyleLbl="bgShp" presStyleIdx="2" presStyleCnt="4"/>
      <dgm:spPr/>
    </dgm:pt>
    <dgm:pt modelId="{0FE56445-2AEB-4799-8791-D0F56FF62851}" type="pres">
      <dgm:prSet presAssocID="{7D9D10DC-6548-41E0-9476-AA0B588622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ketball"/>
        </a:ext>
      </dgm:extLst>
    </dgm:pt>
    <dgm:pt modelId="{D4DC559D-71D1-4B5C-98E7-2EA75FBE5A31}" type="pres">
      <dgm:prSet presAssocID="{7D9D10DC-6548-41E0-9476-AA0B5886229E}" presName="spaceRect" presStyleCnt="0"/>
      <dgm:spPr/>
    </dgm:pt>
    <dgm:pt modelId="{B9BABE1E-C315-48EA-B1FA-B0AB942DB601}" type="pres">
      <dgm:prSet presAssocID="{7D9D10DC-6548-41E0-9476-AA0B5886229E}" presName="textRect" presStyleLbl="revTx" presStyleIdx="2" presStyleCnt="4">
        <dgm:presLayoutVars>
          <dgm:chMax val="1"/>
          <dgm:chPref val="1"/>
        </dgm:presLayoutVars>
      </dgm:prSet>
      <dgm:spPr/>
    </dgm:pt>
    <dgm:pt modelId="{AB3E3E10-4E32-4CD7-A058-BCF384F300E7}" type="pres">
      <dgm:prSet presAssocID="{C18B129E-60EB-4F06-8E88-82B6E5D23B4A}" presName="sibTrans" presStyleCnt="0"/>
      <dgm:spPr/>
    </dgm:pt>
    <dgm:pt modelId="{49C08312-6448-4A7C-B05E-7E116432FC84}" type="pres">
      <dgm:prSet presAssocID="{D564A01A-130A-441A-B16D-67AD7F5559CC}" presName="compNode" presStyleCnt="0"/>
      <dgm:spPr/>
    </dgm:pt>
    <dgm:pt modelId="{1AB0D8EE-92B8-4CE5-9D03-70C6553CB2AB}" type="pres">
      <dgm:prSet presAssocID="{D564A01A-130A-441A-B16D-67AD7F5559CC}" presName="iconBgRect" presStyleLbl="bgShp" presStyleIdx="3" presStyleCnt="4"/>
      <dgm:spPr/>
    </dgm:pt>
    <dgm:pt modelId="{8340E541-888E-4472-BE25-EE4F668C34F5}" type="pres">
      <dgm:prSet presAssocID="{D564A01A-130A-441A-B16D-67AD7F5559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F2C9F3BB-6FD4-40A9-A6F0-FC50099E4282}" type="pres">
      <dgm:prSet presAssocID="{D564A01A-130A-441A-B16D-67AD7F5559CC}" presName="spaceRect" presStyleCnt="0"/>
      <dgm:spPr/>
    </dgm:pt>
    <dgm:pt modelId="{B71CF9C4-D6D5-4087-9AC0-87CA9EBAB349}" type="pres">
      <dgm:prSet presAssocID="{D564A01A-130A-441A-B16D-67AD7F5559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19C801D-DEFC-904D-82CD-BCA492A8728B}" type="presOf" srcId="{514B5BD8-FB84-4507-BB28-5A708A9EF80B}" destId="{91BCFAEB-339C-4DCC-ADD6-93667109C36F}" srcOrd="0" destOrd="0" presId="urn:microsoft.com/office/officeart/2018/5/layout/IconCircleLabelList"/>
    <dgm:cxn modelId="{4E879F24-FEF5-1C49-91E8-4870FA906F82}" type="presOf" srcId="{7D9D10DC-6548-41E0-9476-AA0B5886229E}" destId="{B9BABE1E-C315-48EA-B1FA-B0AB942DB601}" srcOrd="0" destOrd="0" presId="urn:microsoft.com/office/officeart/2018/5/layout/IconCircleLabelList"/>
    <dgm:cxn modelId="{DA3A964D-CDBA-5A47-BECF-EDCAE80BAF54}" type="presOf" srcId="{49D5F1EA-134E-4523-90AC-0E5E61B0E6B2}" destId="{FAFDE308-924E-45EB-9026-7FC6D33B538D}" srcOrd="0" destOrd="0" presId="urn:microsoft.com/office/officeart/2018/5/layout/IconCircleLabelList"/>
    <dgm:cxn modelId="{B4D84A5A-935F-40E4-8585-979633165D21}" srcId="{3574287E-E5E8-49BC-BAEA-EE8E0093BEA2}" destId="{7D9D10DC-6548-41E0-9476-AA0B5886229E}" srcOrd="2" destOrd="0" parTransId="{EEF1D5B5-D731-4109-BAC1-848BFA37816A}" sibTransId="{C18B129E-60EB-4F06-8E88-82B6E5D23B4A}"/>
    <dgm:cxn modelId="{E8AC4985-C141-9549-B825-5ABF7AD53032}" type="presOf" srcId="{D564A01A-130A-441A-B16D-67AD7F5559CC}" destId="{B71CF9C4-D6D5-4087-9AC0-87CA9EBAB349}" srcOrd="0" destOrd="0" presId="urn:microsoft.com/office/officeart/2018/5/layout/IconCircleLabelList"/>
    <dgm:cxn modelId="{485EBBA1-74F8-4617-BE50-02E7A64B2EC4}" srcId="{3574287E-E5E8-49BC-BAEA-EE8E0093BEA2}" destId="{49D5F1EA-134E-4523-90AC-0E5E61B0E6B2}" srcOrd="0" destOrd="0" parTransId="{C044C783-B968-4095-8DC7-BE9ECF462DDF}" sibTransId="{EF487A04-F568-4644-BDE7-540D7BD464E6}"/>
    <dgm:cxn modelId="{743B76A2-663F-4547-831F-CFE665196439}" srcId="{3574287E-E5E8-49BC-BAEA-EE8E0093BEA2}" destId="{514B5BD8-FB84-4507-BB28-5A708A9EF80B}" srcOrd="1" destOrd="0" parTransId="{9F12617E-C425-4B6C-A44B-612C9EBCD491}" sibTransId="{5220A594-D12D-4711-B5F1-2BE5202D89A5}"/>
    <dgm:cxn modelId="{B28619E7-C007-4EBB-904A-FEF648EA1BC9}" srcId="{3574287E-E5E8-49BC-BAEA-EE8E0093BEA2}" destId="{D564A01A-130A-441A-B16D-67AD7F5559CC}" srcOrd="3" destOrd="0" parTransId="{F9ED757B-26D5-41EC-9630-4DBB6455ED8F}" sibTransId="{7E219488-EF30-49C5-870E-E39F713D284A}"/>
    <dgm:cxn modelId="{51211BF3-FC34-9149-8B7A-F9F2FB7EC6F4}" type="presOf" srcId="{3574287E-E5E8-49BC-BAEA-EE8E0093BEA2}" destId="{E104C255-51B6-4211-BBBC-F004C1FD0486}" srcOrd="0" destOrd="0" presId="urn:microsoft.com/office/officeart/2018/5/layout/IconCircleLabelList"/>
    <dgm:cxn modelId="{47594439-8B19-6145-964A-27FB5725794C}" type="presParOf" srcId="{E104C255-51B6-4211-BBBC-F004C1FD0486}" destId="{02F16FFF-5425-4999-A41F-CAB8F9D2D303}" srcOrd="0" destOrd="0" presId="urn:microsoft.com/office/officeart/2018/5/layout/IconCircleLabelList"/>
    <dgm:cxn modelId="{84F3137B-B51E-7843-9A71-4FE42EDEF162}" type="presParOf" srcId="{02F16FFF-5425-4999-A41F-CAB8F9D2D303}" destId="{4A0412A2-96F2-460B-B3F9-377789937E2C}" srcOrd="0" destOrd="0" presId="urn:microsoft.com/office/officeart/2018/5/layout/IconCircleLabelList"/>
    <dgm:cxn modelId="{E739FC7A-B046-734C-942B-92972A18A9D6}" type="presParOf" srcId="{02F16FFF-5425-4999-A41F-CAB8F9D2D303}" destId="{16C0862F-4C6D-4C0D-BBC8-F284043F29CF}" srcOrd="1" destOrd="0" presId="urn:microsoft.com/office/officeart/2018/5/layout/IconCircleLabelList"/>
    <dgm:cxn modelId="{8331908C-BF51-2648-861D-151FBC29CEF1}" type="presParOf" srcId="{02F16FFF-5425-4999-A41F-CAB8F9D2D303}" destId="{B291728A-611E-4F36-A5F8-B8AF9B2D3C60}" srcOrd="2" destOrd="0" presId="urn:microsoft.com/office/officeart/2018/5/layout/IconCircleLabelList"/>
    <dgm:cxn modelId="{31C00D57-6375-A94A-811D-67E669449179}" type="presParOf" srcId="{02F16FFF-5425-4999-A41F-CAB8F9D2D303}" destId="{FAFDE308-924E-45EB-9026-7FC6D33B538D}" srcOrd="3" destOrd="0" presId="urn:microsoft.com/office/officeart/2018/5/layout/IconCircleLabelList"/>
    <dgm:cxn modelId="{02926B93-43A6-D247-BFBC-D9A524068FE9}" type="presParOf" srcId="{E104C255-51B6-4211-BBBC-F004C1FD0486}" destId="{39AD841D-4AF1-468E-A790-41AF200EB92A}" srcOrd="1" destOrd="0" presId="urn:microsoft.com/office/officeart/2018/5/layout/IconCircleLabelList"/>
    <dgm:cxn modelId="{66449E2D-358F-BB4F-A0F7-AA4F0FC2FED4}" type="presParOf" srcId="{E104C255-51B6-4211-BBBC-F004C1FD0486}" destId="{4D6F09AC-5DEB-42D4-876C-C0237050E82C}" srcOrd="2" destOrd="0" presId="urn:microsoft.com/office/officeart/2018/5/layout/IconCircleLabelList"/>
    <dgm:cxn modelId="{5152D075-2A38-6A42-AD6B-43F476E78E18}" type="presParOf" srcId="{4D6F09AC-5DEB-42D4-876C-C0237050E82C}" destId="{F6454809-A2BC-43C9-B591-683DBDCA65FC}" srcOrd="0" destOrd="0" presId="urn:microsoft.com/office/officeart/2018/5/layout/IconCircleLabelList"/>
    <dgm:cxn modelId="{78F816CD-9C96-AE45-AD1B-2A6664833E25}" type="presParOf" srcId="{4D6F09AC-5DEB-42D4-876C-C0237050E82C}" destId="{0C6B20F7-9D7A-4899-B361-39C3712CE6E3}" srcOrd="1" destOrd="0" presId="urn:microsoft.com/office/officeart/2018/5/layout/IconCircleLabelList"/>
    <dgm:cxn modelId="{F206C77B-81E0-5248-9DD9-CF979E96044D}" type="presParOf" srcId="{4D6F09AC-5DEB-42D4-876C-C0237050E82C}" destId="{4E6D1D0C-7AC7-458E-AD6D-D911AA8161E7}" srcOrd="2" destOrd="0" presId="urn:microsoft.com/office/officeart/2018/5/layout/IconCircleLabelList"/>
    <dgm:cxn modelId="{7AC79805-DAAE-C740-A82F-1C8F5D2B63D0}" type="presParOf" srcId="{4D6F09AC-5DEB-42D4-876C-C0237050E82C}" destId="{91BCFAEB-339C-4DCC-ADD6-93667109C36F}" srcOrd="3" destOrd="0" presId="urn:microsoft.com/office/officeart/2018/5/layout/IconCircleLabelList"/>
    <dgm:cxn modelId="{0E3F15C6-DD2A-A24D-BEAD-2FBC67BCD332}" type="presParOf" srcId="{E104C255-51B6-4211-BBBC-F004C1FD0486}" destId="{12B021A4-FAE4-4731-B429-247ADB5C1039}" srcOrd="3" destOrd="0" presId="urn:microsoft.com/office/officeart/2018/5/layout/IconCircleLabelList"/>
    <dgm:cxn modelId="{B0A2342A-53F5-CD42-A168-EEEC9AE9772B}" type="presParOf" srcId="{E104C255-51B6-4211-BBBC-F004C1FD0486}" destId="{FB25F975-63EA-4DD1-958D-B958AF52E519}" srcOrd="4" destOrd="0" presId="urn:microsoft.com/office/officeart/2018/5/layout/IconCircleLabelList"/>
    <dgm:cxn modelId="{A772BF92-060C-9D4A-B793-D41E3E4286C8}" type="presParOf" srcId="{FB25F975-63EA-4DD1-958D-B958AF52E519}" destId="{49E67A14-EA13-4902-A150-ACBDAE06AF50}" srcOrd="0" destOrd="0" presId="urn:microsoft.com/office/officeart/2018/5/layout/IconCircleLabelList"/>
    <dgm:cxn modelId="{BF4162BE-7DD6-FF47-ACA4-82E9020B8BEF}" type="presParOf" srcId="{FB25F975-63EA-4DD1-958D-B958AF52E519}" destId="{0FE56445-2AEB-4799-8791-D0F56FF62851}" srcOrd="1" destOrd="0" presId="urn:microsoft.com/office/officeart/2018/5/layout/IconCircleLabelList"/>
    <dgm:cxn modelId="{9FA8D5A8-C9BE-1A4D-9536-53C927B08E89}" type="presParOf" srcId="{FB25F975-63EA-4DD1-958D-B958AF52E519}" destId="{D4DC559D-71D1-4B5C-98E7-2EA75FBE5A31}" srcOrd="2" destOrd="0" presId="urn:microsoft.com/office/officeart/2018/5/layout/IconCircleLabelList"/>
    <dgm:cxn modelId="{4BB457D5-676B-034F-ABA9-A7B484AA5A28}" type="presParOf" srcId="{FB25F975-63EA-4DD1-958D-B958AF52E519}" destId="{B9BABE1E-C315-48EA-B1FA-B0AB942DB601}" srcOrd="3" destOrd="0" presId="urn:microsoft.com/office/officeart/2018/5/layout/IconCircleLabelList"/>
    <dgm:cxn modelId="{60B81EBE-2BE6-5C4F-AD62-6481C8BD7CF4}" type="presParOf" srcId="{E104C255-51B6-4211-BBBC-F004C1FD0486}" destId="{AB3E3E10-4E32-4CD7-A058-BCF384F300E7}" srcOrd="5" destOrd="0" presId="urn:microsoft.com/office/officeart/2018/5/layout/IconCircleLabelList"/>
    <dgm:cxn modelId="{B84A6937-9BDB-434F-86C1-91EC3739B4F9}" type="presParOf" srcId="{E104C255-51B6-4211-BBBC-F004C1FD0486}" destId="{49C08312-6448-4A7C-B05E-7E116432FC84}" srcOrd="6" destOrd="0" presId="urn:microsoft.com/office/officeart/2018/5/layout/IconCircleLabelList"/>
    <dgm:cxn modelId="{986FC0D7-C222-254B-81D0-FB1B181D222C}" type="presParOf" srcId="{49C08312-6448-4A7C-B05E-7E116432FC84}" destId="{1AB0D8EE-92B8-4CE5-9D03-70C6553CB2AB}" srcOrd="0" destOrd="0" presId="urn:microsoft.com/office/officeart/2018/5/layout/IconCircleLabelList"/>
    <dgm:cxn modelId="{2A42061F-37E5-FC4B-ADD4-6374A34C7645}" type="presParOf" srcId="{49C08312-6448-4A7C-B05E-7E116432FC84}" destId="{8340E541-888E-4472-BE25-EE4F668C34F5}" srcOrd="1" destOrd="0" presId="urn:microsoft.com/office/officeart/2018/5/layout/IconCircleLabelList"/>
    <dgm:cxn modelId="{0B9A8B34-A194-C545-99A3-8AC1D5568A5A}" type="presParOf" srcId="{49C08312-6448-4A7C-B05E-7E116432FC84}" destId="{F2C9F3BB-6FD4-40A9-A6F0-FC50099E4282}" srcOrd="2" destOrd="0" presId="urn:microsoft.com/office/officeart/2018/5/layout/IconCircleLabelList"/>
    <dgm:cxn modelId="{867AC655-9F9F-5741-8B86-C0F0B5B4A9F5}" type="presParOf" srcId="{49C08312-6448-4A7C-B05E-7E116432FC84}" destId="{B71CF9C4-D6D5-4087-9AC0-87CA9EBAB34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B5CBA-4C7F-47DD-B726-1B1A7FA24401}">
      <dsp:nvSpPr>
        <dsp:cNvPr id="0" name=""/>
        <dsp:cNvSpPr/>
      </dsp:nvSpPr>
      <dsp:spPr>
        <a:xfrm>
          <a:off x="4219" y="1119855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1924E-16B3-4516-84BD-7687303D00A4}">
      <dsp:nvSpPr>
        <dsp:cNvPr id="0" name=""/>
        <dsp:cNvSpPr/>
      </dsp:nvSpPr>
      <dsp:spPr>
        <a:xfrm>
          <a:off x="4219" y="2048432"/>
          <a:ext cx="2413125" cy="588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University of Winnipeg</a:t>
          </a:r>
        </a:p>
      </dsp:txBody>
      <dsp:txXfrm>
        <a:off x="4219" y="2048432"/>
        <a:ext cx="2413125" cy="588199"/>
      </dsp:txXfrm>
    </dsp:sp>
    <dsp:sp modelId="{086910D1-21CE-4E27-B612-E9DE71D2A585}">
      <dsp:nvSpPr>
        <dsp:cNvPr id="0" name=""/>
        <dsp:cNvSpPr/>
      </dsp:nvSpPr>
      <dsp:spPr>
        <a:xfrm>
          <a:off x="4219" y="2675693"/>
          <a:ext cx="2413125" cy="39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 – year BSc Neuroscience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 – year BA Psychology</a:t>
          </a:r>
        </a:p>
      </dsp:txBody>
      <dsp:txXfrm>
        <a:off x="4219" y="2675693"/>
        <a:ext cx="2413125" cy="397255"/>
      </dsp:txXfrm>
    </dsp:sp>
    <dsp:sp modelId="{33FCED04-D856-4937-8607-F5F8D6CCBDCD}">
      <dsp:nvSpPr>
        <dsp:cNvPr id="0" name=""/>
        <dsp:cNvSpPr/>
      </dsp:nvSpPr>
      <dsp:spPr>
        <a:xfrm>
          <a:off x="2839641" y="1119855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23E2F-C306-42B3-8ECE-95BBF3C2A19D}">
      <dsp:nvSpPr>
        <dsp:cNvPr id="0" name=""/>
        <dsp:cNvSpPr/>
      </dsp:nvSpPr>
      <dsp:spPr>
        <a:xfrm>
          <a:off x="2839641" y="2048432"/>
          <a:ext cx="2413125" cy="588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University of Manitoba</a:t>
          </a:r>
        </a:p>
      </dsp:txBody>
      <dsp:txXfrm>
        <a:off x="2839641" y="2048432"/>
        <a:ext cx="2413125" cy="588199"/>
      </dsp:txXfrm>
    </dsp:sp>
    <dsp:sp modelId="{12BF5719-306B-48FE-B95D-2FA7F2CFA8E6}">
      <dsp:nvSpPr>
        <dsp:cNvPr id="0" name=""/>
        <dsp:cNvSpPr/>
      </dsp:nvSpPr>
      <dsp:spPr>
        <a:xfrm>
          <a:off x="2839641" y="2675693"/>
          <a:ext cx="2413125" cy="39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 – year BSc in General Science (Microbiology concentration)</a:t>
          </a:r>
        </a:p>
      </dsp:txBody>
      <dsp:txXfrm>
        <a:off x="2839641" y="2675693"/>
        <a:ext cx="2413125" cy="397255"/>
      </dsp:txXfrm>
    </dsp:sp>
    <dsp:sp modelId="{3C84BC3A-1A78-4F0C-8AB7-43DF4663DC1E}">
      <dsp:nvSpPr>
        <dsp:cNvPr id="0" name=""/>
        <dsp:cNvSpPr/>
      </dsp:nvSpPr>
      <dsp:spPr>
        <a:xfrm>
          <a:off x="5675062" y="1119855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D7CE0-CB20-4675-BF2D-A347D718C833}">
      <dsp:nvSpPr>
        <dsp:cNvPr id="0" name=""/>
        <dsp:cNvSpPr/>
      </dsp:nvSpPr>
      <dsp:spPr>
        <a:xfrm>
          <a:off x="5675062" y="2048432"/>
          <a:ext cx="2413125" cy="588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University of Calgary</a:t>
          </a:r>
        </a:p>
      </dsp:txBody>
      <dsp:txXfrm>
        <a:off x="5675062" y="2048432"/>
        <a:ext cx="2413125" cy="588199"/>
      </dsp:txXfrm>
    </dsp:sp>
    <dsp:sp modelId="{16412EC7-47F3-4619-925B-71A86317EBFD}">
      <dsp:nvSpPr>
        <dsp:cNvPr id="0" name=""/>
        <dsp:cNvSpPr/>
      </dsp:nvSpPr>
      <dsp:spPr>
        <a:xfrm>
          <a:off x="5675062" y="2675693"/>
          <a:ext cx="2413125" cy="39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 Studies: Pre-Master / Professional course requirements</a:t>
          </a:r>
        </a:p>
      </dsp:txBody>
      <dsp:txXfrm>
        <a:off x="5675062" y="2675693"/>
        <a:ext cx="2413125" cy="397255"/>
      </dsp:txXfrm>
    </dsp:sp>
    <dsp:sp modelId="{4209DFDB-230E-4759-9812-516EA980CF02}">
      <dsp:nvSpPr>
        <dsp:cNvPr id="0" name=""/>
        <dsp:cNvSpPr/>
      </dsp:nvSpPr>
      <dsp:spPr>
        <a:xfrm>
          <a:off x="8510484" y="1119855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6F9ED-B7C4-471C-B562-678BA9953EF5}">
      <dsp:nvSpPr>
        <dsp:cNvPr id="0" name=""/>
        <dsp:cNvSpPr/>
      </dsp:nvSpPr>
      <dsp:spPr>
        <a:xfrm>
          <a:off x="8510484" y="2048432"/>
          <a:ext cx="2413125" cy="588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Now: Meharry Medical College (MSc program, final semester </a:t>
          </a:r>
          <a:r>
            <a:rPr lang="en-US" sz="1400" kern="1200">
              <a:sym typeface="Wingdings" panose="05000000000000000000" pitchFamily="2" charset="2"/>
            </a:rPr>
            <a:t></a:t>
          </a:r>
          <a:r>
            <a:rPr lang="en-US" sz="1400" kern="1200"/>
            <a:t>)</a:t>
          </a:r>
        </a:p>
      </dsp:txBody>
      <dsp:txXfrm>
        <a:off x="8510484" y="2048432"/>
        <a:ext cx="2413125" cy="588199"/>
      </dsp:txXfrm>
    </dsp:sp>
    <dsp:sp modelId="{EB7E24DE-6C62-46AC-8D63-BDDF6A586E0D}">
      <dsp:nvSpPr>
        <dsp:cNvPr id="0" name=""/>
        <dsp:cNvSpPr/>
      </dsp:nvSpPr>
      <dsp:spPr>
        <a:xfrm>
          <a:off x="8510484" y="2675693"/>
          <a:ext cx="2413125" cy="39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07D5D-41C9-A544-B792-36B9861F7585}">
      <dsp:nvSpPr>
        <dsp:cNvPr id="0" name=""/>
        <dsp:cNvSpPr/>
      </dsp:nvSpPr>
      <dsp:spPr>
        <a:xfrm>
          <a:off x="0" y="264002"/>
          <a:ext cx="10927829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7D9CB-32E2-9649-AD45-F5196FF33A3A}">
      <dsp:nvSpPr>
        <dsp:cNvPr id="0" name=""/>
        <dsp:cNvSpPr/>
      </dsp:nvSpPr>
      <dsp:spPr>
        <a:xfrm>
          <a:off x="546391" y="27842"/>
          <a:ext cx="764948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Child and Youth Worker</a:t>
          </a:r>
        </a:p>
      </dsp:txBody>
      <dsp:txXfrm>
        <a:off x="569448" y="50899"/>
        <a:ext cx="7603366" cy="426206"/>
      </dsp:txXfrm>
    </dsp:sp>
    <dsp:sp modelId="{256333F9-B944-7D4C-B313-D8ED0EC71806}">
      <dsp:nvSpPr>
        <dsp:cNvPr id="0" name=""/>
        <dsp:cNvSpPr/>
      </dsp:nvSpPr>
      <dsp:spPr>
        <a:xfrm>
          <a:off x="0" y="989762"/>
          <a:ext cx="10927829" cy="3175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Behavioral modification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Modify negative behavior such as (self harm and verbal outburst) and replace them with positive behavior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Harm reduction model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Acknowledge the role of addiction and offer support to reduce addictive behavior rather than stigmatizing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Incentive theory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Incentive driven application such as money incentive such as allowance to encourage life skills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Reinforcement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Positive reinforcement to improve positive behavior such as rewards (dinner/bus tickets) for completing a task</a:t>
          </a:r>
        </a:p>
      </dsp:txBody>
      <dsp:txXfrm>
        <a:off x="0" y="989762"/>
        <a:ext cx="10927829" cy="3175199"/>
      </dsp:txXfrm>
    </dsp:sp>
    <dsp:sp modelId="{097657A7-85C6-F74D-9C62-2016A4A3006F}">
      <dsp:nvSpPr>
        <dsp:cNvPr id="0" name=""/>
        <dsp:cNvSpPr/>
      </dsp:nvSpPr>
      <dsp:spPr>
        <a:xfrm>
          <a:off x="546391" y="753602"/>
          <a:ext cx="7649480" cy="472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Role: Goal is to use psychological principles and model to alleviate ACE/Trauma</a:t>
          </a:r>
        </a:p>
      </dsp:txBody>
      <dsp:txXfrm>
        <a:off x="569448" y="776659"/>
        <a:ext cx="7603366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93166-875B-F546-A492-56372E42E459}">
      <dsp:nvSpPr>
        <dsp:cNvPr id="0" name=""/>
        <dsp:cNvSpPr/>
      </dsp:nvSpPr>
      <dsp:spPr>
        <a:xfrm>
          <a:off x="0" y="241322"/>
          <a:ext cx="10927829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EDB69-7C5C-EB4F-A257-2DDEAE5D8AC8}">
      <dsp:nvSpPr>
        <dsp:cNvPr id="0" name=""/>
        <dsp:cNvSpPr/>
      </dsp:nvSpPr>
      <dsp:spPr>
        <a:xfrm>
          <a:off x="546391" y="5162"/>
          <a:ext cx="764948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Disability Practitioner</a:t>
          </a:r>
        </a:p>
      </dsp:txBody>
      <dsp:txXfrm>
        <a:off x="569448" y="28219"/>
        <a:ext cx="7603366" cy="426206"/>
      </dsp:txXfrm>
    </dsp:sp>
    <dsp:sp modelId="{FC433801-3579-AE47-AC62-D87D341D4596}">
      <dsp:nvSpPr>
        <dsp:cNvPr id="0" name=""/>
        <dsp:cNvSpPr/>
      </dsp:nvSpPr>
      <dsp:spPr>
        <a:xfrm>
          <a:off x="0" y="967082"/>
          <a:ext cx="10927829" cy="1461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Community outing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Events could be trivia such as bowling, going to the gym, cinemas or major events such as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Social event based on their culture, background and religion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Pow-Wow for indigenous client </a:t>
          </a:r>
        </a:p>
      </dsp:txBody>
      <dsp:txXfrm>
        <a:off x="0" y="967082"/>
        <a:ext cx="10927829" cy="1461599"/>
      </dsp:txXfrm>
    </dsp:sp>
    <dsp:sp modelId="{B1BC3BE4-37A3-7C41-BBBB-D91E9ACCCCB3}">
      <dsp:nvSpPr>
        <dsp:cNvPr id="0" name=""/>
        <dsp:cNvSpPr/>
      </dsp:nvSpPr>
      <dsp:spPr>
        <a:xfrm>
          <a:off x="546391" y="730922"/>
          <a:ext cx="764948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Social Skills</a:t>
          </a:r>
        </a:p>
      </dsp:txBody>
      <dsp:txXfrm>
        <a:off x="569448" y="753979"/>
        <a:ext cx="7603366" cy="426206"/>
      </dsp:txXfrm>
    </dsp:sp>
    <dsp:sp modelId="{8252FB45-B024-124A-8071-2D5C6A6D8D30}">
      <dsp:nvSpPr>
        <dsp:cNvPr id="0" name=""/>
        <dsp:cNvSpPr/>
      </dsp:nvSpPr>
      <dsp:spPr>
        <a:xfrm>
          <a:off x="0" y="2751242"/>
          <a:ext cx="10927829" cy="143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Promote positive life skills like budgeting, cooking and cleaning skills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Administer medication, track narcotics count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Involved in ISP (individualized service plan) for my youth along with social worker, supervisor and PDD (person with developmental disorder) case- worker</a:t>
          </a:r>
        </a:p>
      </dsp:txBody>
      <dsp:txXfrm>
        <a:off x="0" y="2751242"/>
        <a:ext cx="10927829" cy="1436399"/>
      </dsp:txXfrm>
    </dsp:sp>
    <dsp:sp modelId="{500C5DF1-6A05-9844-B47B-3EFD67B0AAEC}">
      <dsp:nvSpPr>
        <dsp:cNvPr id="0" name=""/>
        <dsp:cNvSpPr/>
      </dsp:nvSpPr>
      <dsp:spPr>
        <a:xfrm>
          <a:off x="546391" y="2515082"/>
          <a:ext cx="764948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Life skills and Activities of Daily Living</a:t>
          </a:r>
        </a:p>
      </dsp:txBody>
      <dsp:txXfrm>
        <a:off x="569448" y="2538139"/>
        <a:ext cx="7603366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F3CAA-8838-4AA2-B3D1-164FB0B23863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7DE1C-7255-48C0-BFBA-012887F4481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A1B33-1587-4F35-91D7-964A5ED52A0D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Previous aspiration was to be a physician/surgeon. However, with the exorbitant amount of loans, 4-year residency onslaught that is highly stressful and lifestyle imbalance. I had a change of occupation.</a:t>
          </a:r>
        </a:p>
      </dsp:txBody>
      <dsp:txXfrm>
        <a:off x="1437631" y="531"/>
        <a:ext cx="9077968" cy="1244702"/>
      </dsp:txXfrm>
    </dsp:sp>
    <dsp:sp modelId="{F2D962C6-873B-456A-9B30-EDA539CCFD49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EB986-CFD6-41C9-8422-0F2C7D88BA0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6C62-589B-4474-81C3-DEBCF47096DC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Objective goals: Get into a PhD program in data science. My analysis show my ROI is high which take into consideration my previous academic background, glass ceiling, opportunity cost, stress level, lifestyle and hobbies</a:t>
          </a:r>
        </a:p>
      </dsp:txBody>
      <dsp:txXfrm>
        <a:off x="1437631" y="1556410"/>
        <a:ext cx="9077968" cy="1244702"/>
      </dsp:txXfrm>
    </dsp:sp>
    <dsp:sp modelId="{DA197299-DEEA-440E-9105-FB60E13E3701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9C962-A3C4-482B-9FF2-E0F877FC4EE9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DD4D8-B364-404B-8C8F-F04EC7A85C66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Subjective goals: Use Data science to address social economic disparity affecting the truly vulnerable individuals</a:t>
          </a:r>
        </a:p>
      </dsp:txBody>
      <dsp:txXfrm>
        <a:off x="1437631" y="3112289"/>
        <a:ext cx="9077968" cy="12447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412A2-96F2-460B-B3F9-377789937E2C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0862F-4C6D-4C0D-BBC8-F284043F29CF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DE308-924E-45EB-9026-7FC6D33B538D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Play  musical instrument</a:t>
          </a:r>
        </a:p>
      </dsp:txBody>
      <dsp:txXfrm>
        <a:off x="100682" y="2684598"/>
        <a:ext cx="2370489" cy="720000"/>
      </dsp:txXfrm>
    </dsp:sp>
    <dsp:sp modelId="{F6454809-A2BC-43C9-B591-683DBDCA65FC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B20F7-9D7A-4899-B361-39C3712CE6E3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CFAEB-339C-4DCC-ADD6-93667109C36F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Active lifestyle</a:t>
          </a:r>
        </a:p>
      </dsp:txBody>
      <dsp:txXfrm>
        <a:off x="2886007" y="2684598"/>
        <a:ext cx="2370489" cy="720000"/>
      </dsp:txXfrm>
    </dsp:sp>
    <dsp:sp modelId="{49E67A14-EA13-4902-A150-ACBDAE06AF50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56445-2AEB-4799-8791-D0F56FF6285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ABE1E-C315-48EA-B1FA-B0AB942DB601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Play pickup sport at a high level</a:t>
          </a:r>
        </a:p>
      </dsp:txBody>
      <dsp:txXfrm>
        <a:off x="5671332" y="2684598"/>
        <a:ext cx="2370489" cy="720000"/>
      </dsp:txXfrm>
    </dsp:sp>
    <dsp:sp modelId="{1AB0D8EE-92B8-4CE5-9D03-70C6553CB2AB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40E541-888E-4472-BE25-EE4F668C34F5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CF9C4-D6D5-4087-9AC0-87CA9EBAB349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Personality: Intro-Extroversion.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720F9-F138-3043-8901-9A265931C73E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666CC-5C55-5E48-90C5-7598E5EF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66CC-5C55-5E48-90C5-7598E5EF9E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A1A5-8001-75E8-93F1-57EB28C31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1FCE6-C894-8BB0-07F4-D62A6504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29EC4-FB59-3047-69BE-05C0E9B0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37984-DC1E-A1E5-F3C1-F0F95899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BCE80-98C3-2AFB-551F-3663CF0D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9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6A88-D3F2-BFE4-180C-EB66F521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F1F85-BAA8-E439-07E9-9A769435E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00DB3-2D94-6865-1E4D-0F16878A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02A78-4A30-2E49-D273-5F632907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760DD-2E2E-7330-2E11-4687D8BD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7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1827-1846-9DFA-52DE-58928A6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7DD65-2405-F341-AC3B-B2570F24A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02E6E-1992-0989-4F00-F2A5FBF6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14137-FE7C-BA89-DBEA-8AA013F4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EEAA4-D8FF-017D-7985-2217E930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1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C6FB-E313-F140-A1BD-9E5B1448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1665-FEC8-97FC-B8BF-A42256E11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40A4C-5515-9844-9039-2FA4DE895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ECA07-55C5-60B3-47F5-1962CD9CC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1394D-B7C2-EC5B-C6A0-71A2CEBA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ABC8-AAA3-BBBF-4ABF-E567C95B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9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2207-9E48-22E3-E0F3-6882B307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D5A-71CB-BA26-60D9-B611507C9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7981D-87C0-1478-525D-E9DE162D8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50F36-CF94-3745-1591-430BDD25C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FE9D5-B805-8E87-4132-E289BA5C8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D7BB-85A3-8DD3-6D90-3419C207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70A6B-E501-EE02-CD33-2ABD3FB5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BA3A2-8880-7177-2B21-CACB7D9C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4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93E1-359B-C1FF-5BD9-74120AA8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5A1EA-2FA9-27F3-D0C8-60F54196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FDD48-5734-C40F-657B-37EA8CBF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96717-1D0C-5B59-A218-D41701CD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1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BF1D0-221D-FB86-D9F7-FD6F11F9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2D5BC-9A25-7507-755E-893D2818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496BB-9190-04BF-8816-57530F42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F09F-8F66-7B38-B1FB-AB34A78F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6BB4-9FE5-07D6-07DA-E2CD7231E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72513-CD94-0DA6-C151-B8954A42A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5DEEA-B1E2-97C2-5A05-E54E14F0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41B61-9377-542C-D994-F44EA5E5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00AF7-7E45-A480-3EBB-6CF8E273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3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E848-E58C-B74D-1745-EEA12C93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2C060-3C0A-3337-886F-601555A4F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912CC-2CCD-B56E-CC14-6FD3DE434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3AFCB-6394-7D0F-815E-36B03479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EBDCD-3390-086C-05F2-F69C71EF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09D36-AABB-FAC9-D950-DBF5E6A5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9C34-C5E0-9610-2D6A-CCFA20AF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3C269-FDFC-9FEF-36E1-D03F6E0B6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CC3EE-08E8-0B09-4B2D-0939D09E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2CA4B-9B8D-B8C3-8B84-23F82955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9C77-39CF-2FFF-7D2B-B0832A5A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9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B9117-1A5F-2600-20D7-12EDAB542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5638A-5A21-7729-59AA-14FF9A691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D829F-9BE6-22A5-0942-594817C8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D24C5-E39F-F2E6-F967-87B0F630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4B8C-007A-F659-C297-D5B51017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7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7C2C11-70AF-F479-5156-B340CE9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DF243-6FD0-0EBD-6F52-CD6A46929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DFBF9-CF8B-C074-812F-D87CB20BB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96639-8187-0647-8667-80F25C54D40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6DFE-F4D3-0C61-8472-BFD035EA4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9501D-743F-E122-19EF-910A8661B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5E12D-8759-504E-ACBB-E232E8249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1F8F3-9A92-258F-4D55-68E84D014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/>
              <a:t>Background</a:t>
            </a:r>
          </a:p>
        </p:txBody>
      </p:sp>
      <p:pic>
        <p:nvPicPr>
          <p:cNvPr id="5" name="Picture 4" descr="A person lying down on a couch&#10;&#10;AI-generated content may be incorrect.">
            <a:extLst>
              <a:ext uri="{FF2B5EF4-FFF2-40B4-BE49-F238E27FC236}">
                <a16:creationId xmlns:a16="http://schemas.microsoft.com/office/drawing/2014/main" id="{AE86DC06-B947-4BB3-6C02-7C01E166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F018-99D4-2F89-8999-E344D91FB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Isaac Adebayo.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Reside in Canada for close to 20 years.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Have 2 siblings.</a:t>
            </a:r>
          </a:p>
        </p:txBody>
      </p:sp>
    </p:spTree>
    <p:extLst>
      <p:ext uri="{BB962C8B-B14F-4D97-AF65-F5344CB8AC3E}">
        <p14:creationId xmlns:p14="http://schemas.microsoft.com/office/powerpoint/2010/main" val="105223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6C66A-0735-5F55-ED95-16C0A4AD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Education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F51DEC-7B1D-6AB4-576A-B353BEA54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9262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397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75650-624A-448B-C6BA-C5B65F8A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 Experience: Current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10A83B-1FCA-6115-C9F2-6708E29CE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0673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56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95654-5EC2-BD7C-4AFE-805DCBB6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 Experience: Past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8CCC8-799D-7F75-D0A7-8B61E3F6D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4652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995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553F0-3752-7F6D-24A2-7F1A3C7EC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Career Goal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405D8D-1FB3-54C4-93A6-1D2BAD108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82179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67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2B943-9274-D41E-7215-08CF17D3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Interesting fact and Hobbies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ECB73E1-2943-139F-98EA-A6C1E1691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4982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21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2736</TotalTime>
  <Words>376</Words>
  <Application>Microsoft Macintosh PowerPoint</Application>
  <PresentationFormat>Widescreen</PresentationFormat>
  <Paragraphs>46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Office Theme</vt:lpstr>
      <vt:lpstr>Background</vt:lpstr>
      <vt:lpstr>Education</vt:lpstr>
      <vt:lpstr>Work Experience: Current</vt:lpstr>
      <vt:lpstr>Work Experience: Past</vt:lpstr>
      <vt:lpstr>Career Goal</vt:lpstr>
      <vt:lpstr>Interesting fact and Hobbies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Adebayo, Isaac A.</dc:creator>
  <cp:lastModifiedBy>Adebayo, Isaac A.</cp:lastModifiedBy>
  <cp:revision>6</cp:revision>
  <dcterms:created xsi:type="dcterms:W3CDTF">2026-01-01T16:00:38Z</dcterms:created>
  <dcterms:modified xsi:type="dcterms:W3CDTF">2026-01-03T13:38:07Z</dcterms:modified>
</cp:coreProperties>
</file>